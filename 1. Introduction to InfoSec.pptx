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tags/tag19.xml" ContentType="application/vnd.openxmlformats-officedocument.presentationml.tags+xml"/>
  <Override PartName="/ppt/notesSlides/notesSlide3.xml" ContentType="application/vnd.openxmlformats-officedocument.presentationml.notesSlide+xml"/>
  <Override PartName="/ppt/tags/tag20.xml" ContentType="application/vnd.openxmlformats-officedocument.presentationml.tags+xml"/>
  <Override PartName="/ppt/notesSlides/notesSlide4.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tags/tag21.xml" ContentType="application/vnd.openxmlformats-officedocument.presentationml.tags+xml"/>
  <Override PartName="/ppt/notesSlides/notesSlide5.xml" ContentType="application/vnd.openxmlformats-officedocument.presentationml.notesSlide+xml"/>
  <Override PartName="/ppt/tags/tag22.xml" ContentType="application/vnd.openxmlformats-officedocument.presentationml.tags+xml"/>
  <Override PartName="/ppt/notesSlides/notesSlide6.xml" ContentType="application/vnd.openxmlformats-officedocument.presentationml.notesSlide+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tags/tag23.xml" ContentType="application/vnd.openxmlformats-officedocument.presentationml.tags+xml"/>
  <Override PartName="/ppt/notesSlides/notesSlide7.xml" ContentType="application/vnd.openxmlformats-officedocument.presentationml.notesSlide+xml"/>
  <Override PartName="/ppt/tags/tag24.xml" ContentType="application/vnd.openxmlformats-officedocument.presentationml.tags+xml"/>
  <Override PartName="/ppt/notesSlides/notesSlide8.xml" ContentType="application/vnd.openxmlformats-officedocument.presentationml.notesSlide+xml"/>
  <Override PartName="/ppt/tags/tag25.xml" ContentType="application/vnd.openxmlformats-officedocument.presentationml.tags+xml"/>
  <Override PartName="/ppt/notesSlides/notesSlide9.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tags/tag26.xml" ContentType="application/vnd.openxmlformats-officedocument.presentationml.tags+xml"/>
  <Override PartName="/ppt/notesSlides/notesSlide10.xml" ContentType="application/vnd.openxmlformats-officedocument.presentationml.notesSlide+xml"/>
  <Override PartName="/ppt/ink/ink20.xml" ContentType="application/inkml+xml"/>
  <Override PartName="/ppt/ink/ink21.xml" ContentType="application/inkml+xml"/>
  <Override PartName="/ppt/ink/ink22.xml" ContentType="application/inkml+xml"/>
  <Override PartName="/ppt/ink/ink23.xml" ContentType="application/inkml+xml"/>
  <Override PartName="/ppt/tags/tag27.xml" ContentType="application/vnd.openxmlformats-officedocument.presentationml.tags+xml"/>
  <Override PartName="/ppt/notesSlides/notesSlide11.xml" ContentType="application/vnd.openxmlformats-officedocument.presentationml.notesSlide+xml"/>
  <Override PartName="/ppt/tags/tag28.xml" ContentType="application/vnd.openxmlformats-officedocument.presentationml.tags+xml"/>
  <Override PartName="/ppt/notesSlides/notesSlide12.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3.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notesSlides/notesSlide14.xml" ContentType="application/vnd.openxmlformats-officedocument.presentationml.notesSlide+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tags/tag32.xml" ContentType="application/vnd.openxmlformats-officedocument.presentationml.tags+xml"/>
  <Override PartName="/ppt/notesSlides/notesSlide15.xml" ContentType="application/vnd.openxmlformats-officedocument.presentationml.notesSlide+xml"/>
  <Override PartName="/ppt/tags/tag33.xml" ContentType="application/vnd.openxmlformats-officedocument.presentationml.tags+xml"/>
  <Override PartName="/ppt/notesSlides/notesSlide16.xml" ContentType="application/vnd.openxmlformats-officedocument.presentationml.notesSlide+xml"/>
  <Override PartName="/ppt/tags/tag34.xml" ContentType="application/vnd.openxmlformats-officedocument.presentationml.tags+xml"/>
  <Override PartName="/ppt/notesSlides/notesSlide17.xml" ContentType="application/vnd.openxmlformats-officedocument.presentationml.notesSlide+xml"/>
  <Override PartName="/ppt/tags/tag35.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tags/tag36.xml" ContentType="application/vnd.openxmlformats-officedocument.presentationml.tags+xml"/>
  <Override PartName="/ppt/notesSlides/notesSlide20.xml" ContentType="application/vnd.openxmlformats-officedocument.presentationml.notesSlide+xml"/>
  <Override PartName="/ppt/tags/tag37.xml" ContentType="application/vnd.openxmlformats-officedocument.presentationml.tags+xml"/>
  <Override PartName="/ppt/notesSlides/notesSlide21.xml" ContentType="application/vnd.openxmlformats-officedocument.presentationml.notesSlide+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tags/tag38.xml" ContentType="application/vnd.openxmlformats-officedocument.presentationml.tags+xml"/>
  <Override PartName="/ppt/notesSlides/notesSlide22.xml" ContentType="application/vnd.openxmlformats-officedocument.presentationml.notesSlide+xml"/>
  <Override PartName="/ppt/tags/tag39.xml" ContentType="application/vnd.openxmlformats-officedocument.presentationml.tags+xml"/>
  <Override PartName="/ppt/notesSlides/notesSlide23.xml" ContentType="application/vnd.openxmlformats-officedocument.presentationml.notesSlide+xml"/>
  <Override PartName="/ppt/tags/tag40.xml" ContentType="application/vnd.openxmlformats-officedocument.presentationml.tags+xml"/>
  <Override PartName="/ppt/notesSlides/notesSlide24.xml" ContentType="application/vnd.openxmlformats-officedocument.presentationml.notesSlide+xml"/>
  <Override PartName="/ppt/ink/ink57.xml" ContentType="application/inkml+xml"/>
  <Override PartName="/ppt/ink/ink58.xml" ContentType="application/inkml+xml"/>
  <Override PartName="/ppt/ink/ink59.xml" ContentType="application/inkml+xml"/>
  <Override PartName="/ppt/tags/tag41.xml" ContentType="application/vnd.openxmlformats-officedocument.presentationml.tags+xml"/>
  <Override PartName="/ppt/notesSlides/notesSlide25.xml" ContentType="application/vnd.openxmlformats-officedocument.presentationml.notesSlide+xml"/>
  <Override PartName="/ppt/ink/ink60.xml" ContentType="application/inkml+xml"/>
  <Override PartName="/ppt/tags/tag42.xml" ContentType="application/vnd.openxmlformats-officedocument.presentationml.tags+xml"/>
  <Override PartName="/ppt/notesSlides/notesSlide26.xml" ContentType="application/vnd.openxmlformats-officedocument.presentationml.notesSlide+xml"/>
  <Override PartName="/ppt/ink/ink61.xml" ContentType="application/inkml+xml"/>
  <Override PartName="/ppt/tags/tag43.xml" ContentType="application/vnd.openxmlformats-officedocument.presentationml.tags+xml"/>
  <Override PartName="/ppt/notesSlides/notesSlide27.xml" ContentType="application/vnd.openxmlformats-officedocument.presentationml.notesSlide+xml"/>
  <Override PartName="/ppt/tags/tag44.xml" ContentType="application/vnd.openxmlformats-officedocument.presentationml.tags+xml"/>
  <Override PartName="/ppt/notesSlides/notesSlide28.xml" ContentType="application/vnd.openxmlformats-officedocument.presentationml.notesSlide+xml"/>
  <Override PartName="/ppt/tags/tag45.xml" ContentType="application/vnd.openxmlformats-officedocument.presentationml.tags+xml"/>
  <Override PartName="/ppt/notesSlides/notesSlide29.xml" ContentType="application/vnd.openxmlformats-officedocument.presentationml.notesSlide+xml"/>
  <Override PartName="/ppt/ink/ink62.xml" ContentType="application/inkml+xml"/>
  <Override PartName="/ppt/ink/ink63.xml" ContentType="application/inkml+xml"/>
  <Override PartName="/ppt/ink/ink64.xml" ContentType="application/inkml+xml"/>
  <Override PartName="/ppt/ink/ink65.xml" ContentType="application/inkml+xml"/>
  <Override PartName="/ppt/tags/tag46.xml" ContentType="application/vnd.openxmlformats-officedocument.presentationml.tags+xml"/>
  <Override PartName="/ppt/notesSlides/notesSlide30.xml" ContentType="application/vnd.openxmlformats-officedocument.presentationml.notesSlide+xml"/>
  <Override PartName="/ppt/tags/tag47.xml" ContentType="application/vnd.openxmlformats-officedocument.presentationml.tags+xml"/>
  <Override PartName="/ppt/notesSlides/notesSlide31.xml" ContentType="application/vnd.openxmlformats-officedocument.presentationml.notesSlide+xml"/>
  <Override PartName="/ppt/tags/tag48.xml" ContentType="application/vnd.openxmlformats-officedocument.presentationml.tags+xml"/>
  <Override PartName="/ppt/notesSlides/notesSlide32.xml" ContentType="application/vnd.openxmlformats-officedocument.presentationml.notesSlide+xml"/>
  <Override PartName="/ppt/tags/tag49.xml" ContentType="application/vnd.openxmlformats-officedocument.presentationml.tags+xml"/>
  <Override PartName="/ppt/notesSlides/notesSlide33.xml" ContentType="application/vnd.openxmlformats-officedocument.presentationml.notesSlide+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tags/tag50.xml" ContentType="application/vnd.openxmlformats-officedocument.presentationml.tags+xml"/>
  <Override PartName="/ppt/notesSlides/notesSlide34.xml" ContentType="application/vnd.openxmlformats-officedocument.presentationml.notesSlide+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tags/tag51.xml" ContentType="application/vnd.openxmlformats-officedocument.presentationml.tags+xml"/>
  <Override PartName="/ppt/notesSlides/notesSlide35.xml" ContentType="application/vnd.openxmlformats-officedocument.presentationml.notesSlide+xml"/>
  <Override PartName="/ppt/tags/tag52.xml" ContentType="application/vnd.openxmlformats-officedocument.presentationml.tags+xml"/>
  <Override PartName="/ppt/notesSlides/notesSlide36.xml" ContentType="application/vnd.openxmlformats-officedocument.presentationml.notesSlide+xml"/>
  <Override PartName="/ppt/tags/tag53.xml" ContentType="application/vnd.openxmlformats-officedocument.presentationml.tags+xml"/>
  <Override PartName="/ppt/notesSlides/notesSlide37.xml" ContentType="application/vnd.openxmlformats-officedocument.presentationml.notesSlide+xml"/>
  <Override PartName="/ppt/tags/tag54.xml" ContentType="application/vnd.openxmlformats-officedocument.presentationml.tags+xml"/>
  <Override PartName="/ppt/notesSlides/notesSlide38.xml" ContentType="application/vnd.openxmlformats-officedocument.presentationml.notesSlide+xml"/>
  <Override PartName="/ppt/tags/tag55.xml" ContentType="application/vnd.openxmlformats-officedocument.presentationml.tags+xml"/>
  <Override PartName="/ppt/notesSlides/notesSlide39.xml" ContentType="application/vnd.openxmlformats-officedocument.presentationml.notesSlide+xml"/>
  <Override PartName="/ppt/tags/tag56.xml" ContentType="application/vnd.openxmlformats-officedocument.presentationml.tags+xml"/>
  <Override PartName="/ppt/notesSlides/notesSlide40.xml" ContentType="application/vnd.openxmlformats-officedocument.presentationml.notesSlide+xml"/>
  <Override PartName="/ppt/tags/tag57.xml" ContentType="application/vnd.openxmlformats-officedocument.presentationml.tags+xml"/>
  <Override PartName="/ppt/notesSlides/notesSlide41.xml" ContentType="application/vnd.openxmlformats-officedocument.presentationml.notesSlide+xml"/>
  <Override PartName="/ppt/tags/tag58.xml" ContentType="application/vnd.openxmlformats-officedocument.presentationml.tags+xml"/>
  <Override PartName="/ppt/notesSlides/notesSlide42.xml" ContentType="application/vnd.openxmlformats-officedocument.presentationml.notesSlide+xml"/>
  <Override PartName="/ppt/tags/tag59.xml" ContentType="application/vnd.openxmlformats-officedocument.presentationml.tags+xml"/>
  <Override PartName="/ppt/notesSlides/notesSlide43.xml" ContentType="application/vnd.openxmlformats-officedocument.presentationml.notesSlide+xml"/>
  <Override PartName="/ppt/tags/tag60.xml" ContentType="application/vnd.openxmlformats-officedocument.presentationml.tags+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61"/>
  </p:notesMasterIdLst>
  <p:handoutMasterIdLst>
    <p:handoutMasterId r:id="rId62"/>
  </p:handoutMasterIdLst>
  <p:sldIdLst>
    <p:sldId id="257" r:id="rId5"/>
    <p:sldId id="260" r:id="rId6"/>
    <p:sldId id="259" r:id="rId7"/>
    <p:sldId id="261" r:id="rId8"/>
    <p:sldId id="262" r:id="rId9"/>
    <p:sldId id="266" r:id="rId10"/>
    <p:sldId id="267" r:id="rId11"/>
    <p:sldId id="268" r:id="rId12"/>
    <p:sldId id="269" r:id="rId13"/>
    <p:sldId id="270" r:id="rId14"/>
    <p:sldId id="271" r:id="rId15"/>
    <p:sldId id="272" r:id="rId16"/>
    <p:sldId id="273" r:id="rId17"/>
    <p:sldId id="313" r:id="rId18"/>
    <p:sldId id="314" r:id="rId19"/>
    <p:sldId id="315" r:id="rId20"/>
    <p:sldId id="274" r:id="rId21"/>
    <p:sldId id="312" r:id="rId22"/>
    <p:sldId id="275" r:id="rId23"/>
    <p:sldId id="276" r:id="rId24"/>
    <p:sldId id="277" r:id="rId25"/>
    <p:sldId id="278" r:id="rId26"/>
    <p:sldId id="279" r:id="rId27"/>
    <p:sldId id="305" r:id="rId28"/>
    <p:sldId id="306" r:id="rId29"/>
    <p:sldId id="316" r:id="rId30"/>
    <p:sldId id="280" r:id="rId31"/>
    <p:sldId id="281" r:id="rId32"/>
    <p:sldId id="307" r:id="rId33"/>
    <p:sldId id="308"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309" r:id="rId47"/>
    <p:sldId id="310" r:id="rId48"/>
    <p:sldId id="294" r:id="rId49"/>
    <p:sldId id="311" r:id="rId50"/>
    <p:sldId id="295" r:id="rId51"/>
    <p:sldId id="296" r:id="rId52"/>
    <p:sldId id="297" r:id="rId53"/>
    <p:sldId id="298" r:id="rId54"/>
    <p:sldId id="299" r:id="rId55"/>
    <p:sldId id="300" r:id="rId56"/>
    <p:sldId id="301" r:id="rId57"/>
    <p:sldId id="303" r:id="rId58"/>
    <p:sldId id="302" r:id="rId59"/>
    <p:sldId id="304" r:id="rId60"/>
  </p:sldIdLst>
  <p:sldSz cx="12192000" cy="6858000"/>
  <p:notesSz cx="6858000" cy="9144000"/>
  <p:custDataLst>
    <p:tags r:id="rId63"/>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 id="3" name="Lauren Freestone" initials="LF" lastIdx="11" clrIdx="2">
    <p:extLst>
      <p:ext uri="{19B8F6BF-5375-455C-9EA6-DF929625EA0E}">
        <p15:presenceInfo xmlns:p15="http://schemas.microsoft.com/office/powerpoint/2012/main" userId="S::lauren.freestone@LearningMateSolutionsInc.onmicrosoft.com::cffe3037-0687-444c-9461-eb76330fa640" providerId="AD"/>
      </p:ext>
    </p:extLst>
  </p:cmAuthor>
  <p:cmAuthor id="4" name="MaxZine Weinstein" initials="MW" lastIdx="4" clrIdx="3">
    <p:extLst>
      <p:ext uri="{19B8F6BF-5375-455C-9EA6-DF929625EA0E}">
        <p15:presenceInfo xmlns:p15="http://schemas.microsoft.com/office/powerpoint/2012/main" userId="86917560bf4f62b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2F2F2"/>
    <a:srgbClr val="0098D4"/>
    <a:srgbClr val="003865"/>
    <a:srgbClr val="004A78"/>
    <a:srgbClr val="006298"/>
    <a:srgbClr val="FF6300"/>
    <a:srgbClr val="E9255F"/>
    <a:srgbClr val="00B8E7"/>
    <a:srgbClr val="81D0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D49FDD-CA2C-40FF-9043-715B1E180FEB}" v="60" dt="2025-11-07T23:02:55.5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44" autoAdjust="0"/>
    <p:restoredTop sz="81242" autoAdjust="0"/>
  </p:normalViewPr>
  <p:slideViewPr>
    <p:cSldViewPr snapToGrid="0" snapToObjects="1">
      <p:cViewPr varScale="1">
        <p:scale>
          <a:sx n="74" d="100"/>
          <a:sy n="74" d="100"/>
        </p:scale>
        <p:origin x="154" y="72"/>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960"/>
    </p:cViewPr>
  </p:sorterViewPr>
  <p:notesViewPr>
    <p:cSldViewPr snapToGrid="0" snapToObjects="1">
      <p:cViewPr>
        <p:scale>
          <a:sx n="110" d="100"/>
          <a:sy n="110" d="100"/>
        </p:scale>
        <p:origin x="1348" y="-35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tags" Target="tags/tag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commentAuthors" Target="commentAuthors.xml"/><Relationship Id="rId69"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ma Ayoub Ahmed Abdelaziz" userId="c8344243-367e-4e37-846f-05507288a907" providerId="ADAL" clId="{76C4FD3D-B02E-4A13-A530-57582E888C3B}"/>
    <pc:docChg chg="custSel modSld">
      <pc:chgData name="Fatma Ayoub Ahmed Abdelaziz" userId="c8344243-367e-4e37-846f-05507288a907" providerId="ADAL" clId="{76C4FD3D-B02E-4A13-A530-57582E888C3B}" dt="2025-11-07T23:03:14.666" v="145" actId="9405"/>
      <pc:docMkLst>
        <pc:docMk/>
      </pc:docMkLst>
      <pc:sldChg chg="addSp delSp modSp mod">
        <pc:chgData name="Fatma Ayoub Ahmed Abdelaziz" userId="c8344243-367e-4e37-846f-05507288a907" providerId="ADAL" clId="{76C4FD3D-B02E-4A13-A530-57582E888C3B}" dt="2025-11-07T21:24:11.032" v="12" actId="9405"/>
        <pc:sldMkLst>
          <pc:docMk/>
          <pc:sldMk cId="989618928" sldId="261"/>
        </pc:sldMkLst>
        <pc:grpChg chg="del mod">
          <ac:chgData name="Fatma Ayoub Ahmed Abdelaziz" userId="c8344243-367e-4e37-846f-05507288a907" providerId="ADAL" clId="{76C4FD3D-B02E-4A13-A530-57582E888C3B}" dt="2025-11-07T21:19:05.728" v="3"/>
          <ac:grpSpMkLst>
            <pc:docMk/>
            <pc:sldMk cId="989618928" sldId="261"/>
            <ac:grpSpMk id="4" creationId="{48C9798E-DC41-FFB7-CF1C-53EAB15C5692}"/>
          </ac:grpSpMkLst>
        </pc:grpChg>
        <pc:grpChg chg="mod">
          <ac:chgData name="Fatma Ayoub Ahmed Abdelaziz" userId="c8344243-367e-4e37-846f-05507288a907" providerId="ADAL" clId="{76C4FD3D-B02E-4A13-A530-57582E888C3B}" dt="2025-11-07T21:19:34.964" v="7"/>
          <ac:grpSpMkLst>
            <pc:docMk/>
            <pc:sldMk cId="989618928" sldId="261"/>
            <ac:grpSpMk id="8" creationId="{3485D374-A244-6DEE-AFCE-5F7E7D47268E}"/>
          </ac:grpSpMkLst>
        </pc:grpChg>
        <pc:inkChg chg="add mod">
          <ac:chgData name="Fatma Ayoub Ahmed Abdelaziz" userId="c8344243-367e-4e37-846f-05507288a907" providerId="ADAL" clId="{76C4FD3D-B02E-4A13-A530-57582E888C3B}" dt="2025-11-07T21:19:05.728" v="3"/>
          <ac:inkMkLst>
            <pc:docMk/>
            <pc:sldMk cId="989618928" sldId="261"/>
            <ac:inkMk id="2" creationId="{5F16C918-F1C7-E39D-66F0-CCB693BC4FE4}"/>
          </ac:inkMkLst>
        </pc:inkChg>
        <pc:inkChg chg="add del mod">
          <ac:chgData name="Fatma Ayoub Ahmed Abdelaziz" userId="c8344243-367e-4e37-846f-05507288a907" providerId="ADAL" clId="{76C4FD3D-B02E-4A13-A530-57582E888C3B}" dt="2025-11-07T21:19:05.728" v="3"/>
          <ac:inkMkLst>
            <pc:docMk/>
            <pc:sldMk cId="989618928" sldId="261"/>
            <ac:inkMk id="3" creationId="{59157F89-8996-3F56-EBA5-62AF0F307F21}"/>
          </ac:inkMkLst>
        </pc:inkChg>
        <pc:inkChg chg="add">
          <ac:chgData name="Fatma Ayoub Ahmed Abdelaziz" userId="c8344243-367e-4e37-846f-05507288a907" providerId="ADAL" clId="{76C4FD3D-B02E-4A13-A530-57582E888C3B}" dt="2025-11-07T21:19:10.828" v="4" actId="9405"/>
          <ac:inkMkLst>
            <pc:docMk/>
            <pc:sldMk cId="989618928" sldId="261"/>
            <ac:inkMk id="5" creationId="{5C6382DA-81FF-C77C-BC7F-0D804C034898}"/>
          </ac:inkMkLst>
        </pc:inkChg>
        <pc:inkChg chg="add mod">
          <ac:chgData name="Fatma Ayoub Ahmed Abdelaziz" userId="c8344243-367e-4e37-846f-05507288a907" providerId="ADAL" clId="{76C4FD3D-B02E-4A13-A530-57582E888C3B}" dt="2025-11-07T21:19:34.964" v="7"/>
          <ac:inkMkLst>
            <pc:docMk/>
            <pc:sldMk cId="989618928" sldId="261"/>
            <ac:inkMk id="6" creationId="{2F87888C-14B3-8380-0533-E32C55E9CFB7}"/>
          </ac:inkMkLst>
        </pc:inkChg>
        <pc:inkChg chg="add mod">
          <ac:chgData name="Fatma Ayoub Ahmed Abdelaziz" userId="c8344243-367e-4e37-846f-05507288a907" providerId="ADAL" clId="{76C4FD3D-B02E-4A13-A530-57582E888C3B}" dt="2025-11-07T21:19:34.964" v="7"/>
          <ac:inkMkLst>
            <pc:docMk/>
            <pc:sldMk cId="989618928" sldId="261"/>
            <ac:inkMk id="7" creationId="{381E22DF-8893-5A13-6329-243A1CFCA095}"/>
          </ac:inkMkLst>
        </pc:inkChg>
        <pc:inkChg chg="add">
          <ac:chgData name="Fatma Ayoub Ahmed Abdelaziz" userId="c8344243-367e-4e37-846f-05507288a907" providerId="ADAL" clId="{76C4FD3D-B02E-4A13-A530-57582E888C3B}" dt="2025-11-07T21:19:38.627" v="8" actId="9405"/>
          <ac:inkMkLst>
            <pc:docMk/>
            <pc:sldMk cId="989618928" sldId="261"/>
            <ac:inkMk id="9" creationId="{296023D0-F3A3-29F8-9722-BCC80D873F1E}"/>
          </ac:inkMkLst>
        </pc:inkChg>
        <pc:inkChg chg="add del">
          <ac:chgData name="Fatma Ayoub Ahmed Abdelaziz" userId="c8344243-367e-4e37-846f-05507288a907" providerId="ADAL" clId="{76C4FD3D-B02E-4A13-A530-57582E888C3B}" dt="2025-11-07T21:24:04.461" v="10"/>
          <ac:inkMkLst>
            <pc:docMk/>
            <pc:sldMk cId="989618928" sldId="261"/>
            <ac:inkMk id="10" creationId="{1A009BDA-1349-423F-BB18-1CF6055EB54D}"/>
          </ac:inkMkLst>
        </pc:inkChg>
        <pc:inkChg chg="add">
          <ac:chgData name="Fatma Ayoub Ahmed Abdelaziz" userId="c8344243-367e-4e37-846f-05507288a907" providerId="ADAL" clId="{76C4FD3D-B02E-4A13-A530-57582E888C3B}" dt="2025-11-07T21:24:04.461" v="10"/>
          <ac:inkMkLst>
            <pc:docMk/>
            <pc:sldMk cId="989618928" sldId="261"/>
            <ac:inkMk id="11" creationId="{FC514327-2A40-5974-9962-6ACE83078936}"/>
          </ac:inkMkLst>
        </pc:inkChg>
        <pc:inkChg chg="add">
          <ac:chgData name="Fatma Ayoub Ahmed Abdelaziz" userId="c8344243-367e-4e37-846f-05507288a907" providerId="ADAL" clId="{76C4FD3D-B02E-4A13-A530-57582E888C3B}" dt="2025-11-07T21:24:06.865" v="11" actId="9405"/>
          <ac:inkMkLst>
            <pc:docMk/>
            <pc:sldMk cId="989618928" sldId="261"/>
            <ac:inkMk id="12" creationId="{00348A62-B7C1-3326-7ECD-B088C5773134}"/>
          </ac:inkMkLst>
        </pc:inkChg>
        <pc:inkChg chg="add">
          <ac:chgData name="Fatma Ayoub Ahmed Abdelaziz" userId="c8344243-367e-4e37-846f-05507288a907" providerId="ADAL" clId="{76C4FD3D-B02E-4A13-A530-57582E888C3B}" dt="2025-11-07T21:24:11.032" v="12" actId="9405"/>
          <ac:inkMkLst>
            <pc:docMk/>
            <pc:sldMk cId="989618928" sldId="261"/>
            <ac:inkMk id="13" creationId="{5E485F04-1B92-C497-84F8-D8F3E3717F32}"/>
          </ac:inkMkLst>
        </pc:inkChg>
      </pc:sldChg>
      <pc:sldChg chg="addSp delSp modSp mod">
        <pc:chgData name="Fatma Ayoub Ahmed Abdelaziz" userId="c8344243-367e-4e37-846f-05507288a907" providerId="ADAL" clId="{76C4FD3D-B02E-4A13-A530-57582E888C3B}" dt="2025-11-07T21:24:42.651" v="19"/>
        <pc:sldMkLst>
          <pc:docMk/>
          <pc:sldMk cId="3647596649" sldId="266"/>
        </pc:sldMkLst>
        <pc:inkChg chg="add del">
          <ac:chgData name="Fatma Ayoub Ahmed Abdelaziz" userId="c8344243-367e-4e37-846f-05507288a907" providerId="ADAL" clId="{76C4FD3D-B02E-4A13-A530-57582E888C3B}" dt="2025-11-07T21:24:31.014" v="14"/>
          <ac:inkMkLst>
            <pc:docMk/>
            <pc:sldMk cId="3647596649" sldId="266"/>
            <ac:inkMk id="2" creationId="{88A51FF9-E049-7D1A-F640-7C5BC83A236F}"/>
          </ac:inkMkLst>
        </pc:inkChg>
        <pc:inkChg chg="add mod">
          <ac:chgData name="Fatma Ayoub Ahmed Abdelaziz" userId="c8344243-367e-4e37-846f-05507288a907" providerId="ADAL" clId="{76C4FD3D-B02E-4A13-A530-57582E888C3B}" dt="2025-11-07T21:24:33.009" v="15"/>
          <ac:inkMkLst>
            <pc:docMk/>
            <pc:sldMk cId="3647596649" sldId="266"/>
            <ac:inkMk id="3" creationId="{B22CFAEC-61C1-FA40-461E-BAD1F6AEF510}"/>
          </ac:inkMkLst>
        </pc:inkChg>
        <pc:inkChg chg="add">
          <ac:chgData name="Fatma Ayoub Ahmed Abdelaziz" userId="c8344243-367e-4e37-846f-05507288a907" providerId="ADAL" clId="{76C4FD3D-B02E-4A13-A530-57582E888C3B}" dt="2025-11-07T21:24:39.247" v="16" actId="9405"/>
          <ac:inkMkLst>
            <pc:docMk/>
            <pc:sldMk cId="3647596649" sldId="266"/>
            <ac:inkMk id="4" creationId="{3F723FE0-5ADD-EE90-F76E-CF5E0B94A0F5}"/>
          </ac:inkMkLst>
        </pc:inkChg>
        <pc:inkChg chg="add del">
          <ac:chgData name="Fatma Ayoub Ahmed Abdelaziz" userId="c8344243-367e-4e37-846f-05507288a907" providerId="ADAL" clId="{76C4FD3D-B02E-4A13-A530-57582E888C3B}" dt="2025-11-07T21:24:41.573" v="18"/>
          <ac:inkMkLst>
            <pc:docMk/>
            <pc:sldMk cId="3647596649" sldId="266"/>
            <ac:inkMk id="5" creationId="{5C8D8E1C-B7D8-1B8A-39C6-3F61BE9451E2}"/>
          </ac:inkMkLst>
        </pc:inkChg>
        <pc:inkChg chg="add mod">
          <ac:chgData name="Fatma Ayoub Ahmed Abdelaziz" userId="c8344243-367e-4e37-846f-05507288a907" providerId="ADAL" clId="{76C4FD3D-B02E-4A13-A530-57582E888C3B}" dt="2025-11-07T21:24:42.651" v="19"/>
          <ac:inkMkLst>
            <pc:docMk/>
            <pc:sldMk cId="3647596649" sldId="266"/>
            <ac:inkMk id="6" creationId="{A6CAA297-6B80-B176-D766-0599CA453775}"/>
          </ac:inkMkLst>
        </pc:inkChg>
      </pc:sldChg>
      <pc:sldChg chg="addSp delSp modSp mod">
        <pc:chgData name="Fatma Ayoub Ahmed Abdelaziz" userId="c8344243-367e-4e37-846f-05507288a907" providerId="ADAL" clId="{76C4FD3D-B02E-4A13-A530-57582E888C3B}" dt="2025-11-07T21:25:58.619" v="36"/>
        <pc:sldMkLst>
          <pc:docMk/>
          <pc:sldMk cId="964710959" sldId="268"/>
        </pc:sldMkLst>
        <pc:inkChg chg="add del">
          <ac:chgData name="Fatma Ayoub Ahmed Abdelaziz" userId="c8344243-367e-4e37-846f-05507288a907" providerId="ADAL" clId="{76C4FD3D-B02E-4A13-A530-57582E888C3B}" dt="2025-11-07T21:25:23.141" v="21"/>
          <ac:inkMkLst>
            <pc:docMk/>
            <pc:sldMk cId="964710959" sldId="268"/>
            <ac:inkMk id="2" creationId="{64ECDE33-1FF1-DF38-799E-3DFFDD744C8C}"/>
          </ac:inkMkLst>
        </pc:inkChg>
        <pc:inkChg chg="add mod">
          <ac:chgData name="Fatma Ayoub Ahmed Abdelaziz" userId="c8344243-367e-4e37-846f-05507288a907" providerId="ADAL" clId="{76C4FD3D-B02E-4A13-A530-57582E888C3B}" dt="2025-11-07T21:25:24.850" v="22"/>
          <ac:inkMkLst>
            <pc:docMk/>
            <pc:sldMk cId="964710959" sldId="268"/>
            <ac:inkMk id="3" creationId="{1FCF8DD2-D786-ACCC-A96A-C54656BFC8E2}"/>
          </ac:inkMkLst>
        </pc:inkChg>
        <pc:inkChg chg="add del">
          <ac:chgData name="Fatma Ayoub Ahmed Abdelaziz" userId="c8344243-367e-4e37-846f-05507288a907" providerId="ADAL" clId="{76C4FD3D-B02E-4A13-A530-57582E888C3B}" dt="2025-11-07T21:25:27.824" v="24"/>
          <ac:inkMkLst>
            <pc:docMk/>
            <pc:sldMk cId="964710959" sldId="268"/>
            <ac:inkMk id="4" creationId="{5279B87A-4924-429D-7C23-102CB357C620}"/>
          </ac:inkMkLst>
        </pc:inkChg>
        <pc:inkChg chg="add mod">
          <ac:chgData name="Fatma Ayoub Ahmed Abdelaziz" userId="c8344243-367e-4e37-846f-05507288a907" providerId="ADAL" clId="{76C4FD3D-B02E-4A13-A530-57582E888C3B}" dt="2025-11-07T21:25:31.159" v="25"/>
          <ac:inkMkLst>
            <pc:docMk/>
            <pc:sldMk cId="964710959" sldId="268"/>
            <ac:inkMk id="5" creationId="{C387A958-C2DA-55BB-7C9A-537860DF5EC1}"/>
          </ac:inkMkLst>
        </pc:inkChg>
        <pc:inkChg chg="add del">
          <ac:chgData name="Fatma Ayoub Ahmed Abdelaziz" userId="c8344243-367e-4e37-846f-05507288a907" providerId="ADAL" clId="{76C4FD3D-B02E-4A13-A530-57582E888C3B}" dt="2025-11-07T21:25:35.896" v="27"/>
          <ac:inkMkLst>
            <pc:docMk/>
            <pc:sldMk cId="964710959" sldId="268"/>
            <ac:inkMk id="6" creationId="{56FFA876-317D-9789-45E8-E6A1F0AF3E5F}"/>
          </ac:inkMkLst>
        </pc:inkChg>
        <pc:inkChg chg="add mod">
          <ac:chgData name="Fatma Ayoub Ahmed Abdelaziz" userId="c8344243-367e-4e37-846f-05507288a907" providerId="ADAL" clId="{76C4FD3D-B02E-4A13-A530-57582E888C3B}" dt="2025-11-07T21:25:37.407" v="28"/>
          <ac:inkMkLst>
            <pc:docMk/>
            <pc:sldMk cId="964710959" sldId="268"/>
            <ac:inkMk id="7" creationId="{0AC69915-4DE6-EEF2-9782-A55D7439D080}"/>
          </ac:inkMkLst>
        </pc:inkChg>
        <pc:inkChg chg="add del">
          <ac:chgData name="Fatma Ayoub Ahmed Abdelaziz" userId="c8344243-367e-4e37-846f-05507288a907" providerId="ADAL" clId="{76C4FD3D-B02E-4A13-A530-57582E888C3B}" dt="2025-11-07T21:25:39.675" v="30"/>
          <ac:inkMkLst>
            <pc:docMk/>
            <pc:sldMk cId="964710959" sldId="268"/>
            <ac:inkMk id="8" creationId="{1FD7C782-9EFB-2C9D-EA71-4F6006474251}"/>
          </ac:inkMkLst>
        </pc:inkChg>
        <pc:inkChg chg="add mod">
          <ac:chgData name="Fatma Ayoub Ahmed Abdelaziz" userId="c8344243-367e-4e37-846f-05507288a907" providerId="ADAL" clId="{76C4FD3D-B02E-4A13-A530-57582E888C3B}" dt="2025-11-07T21:25:41.132" v="31"/>
          <ac:inkMkLst>
            <pc:docMk/>
            <pc:sldMk cId="964710959" sldId="268"/>
            <ac:inkMk id="9" creationId="{DEF3B6A8-166C-B516-DCE8-B1110FA6249E}"/>
          </ac:inkMkLst>
        </pc:inkChg>
        <pc:inkChg chg="add del">
          <ac:chgData name="Fatma Ayoub Ahmed Abdelaziz" userId="c8344243-367e-4e37-846f-05507288a907" providerId="ADAL" clId="{76C4FD3D-B02E-4A13-A530-57582E888C3B}" dt="2025-11-07T21:25:50.255" v="33"/>
          <ac:inkMkLst>
            <pc:docMk/>
            <pc:sldMk cId="964710959" sldId="268"/>
            <ac:inkMk id="10" creationId="{D1D6D69A-9A15-20E1-E7E2-62A9413AFBDD}"/>
          </ac:inkMkLst>
        </pc:inkChg>
        <pc:inkChg chg="add del">
          <ac:chgData name="Fatma Ayoub Ahmed Abdelaziz" userId="c8344243-367e-4e37-846f-05507288a907" providerId="ADAL" clId="{76C4FD3D-B02E-4A13-A530-57582E888C3B}" dt="2025-11-07T21:25:56.127" v="35"/>
          <ac:inkMkLst>
            <pc:docMk/>
            <pc:sldMk cId="964710959" sldId="268"/>
            <ac:inkMk id="11" creationId="{54AFCCCE-166A-BDB3-9335-3E286AF122B1}"/>
          </ac:inkMkLst>
        </pc:inkChg>
        <pc:inkChg chg="add mod">
          <ac:chgData name="Fatma Ayoub Ahmed Abdelaziz" userId="c8344243-367e-4e37-846f-05507288a907" providerId="ADAL" clId="{76C4FD3D-B02E-4A13-A530-57582E888C3B}" dt="2025-11-07T21:25:58.619" v="36"/>
          <ac:inkMkLst>
            <pc:docMk/>
            <pc:sldMk cId="964710959" sldId="268"/>
            <ac:inkMk id="12" creationId="{06576103-C108-A12A-5196-A41441CBF2BF}"/>
          </ac:inkMkLst>
        </pc:inkChg>
      </pc:sldChg>
      <pc:sldChg chg="addSp delSp modSp mod">
        <pc:chgData name="Fatma Ayoub Ahmed Abdelaziz" userId="c8344243-367e-4e37-846f-05507288a907" providerId="ADAL" clId="{76C4FD3D-B02E-4A13-A530-57582E888C3B}" dt="2025-11-07T21:33:15.832" v="41" actId="9405"/>
        <pc:sldMkLst>
          <pc:docMk/>
          <pc:sldMk cId="512185084" sldId="271"/>
        </pc:sldMkLst>
        <pc:inkChg chg="add del">
          <ac:chgData name="Fatma Ayoub Ahmed Abdelaziz" userId="c8344243-367e-4e37-846f-05507288a907" providerId="ADAL" clId="{76C4FD3D-B02E-4A13-A530-57582E888C3B}" dt="2025-11-07T21:32:48.228" v="38"/>
          <ac:inkMkLst>
            <pc:docMk/>
            <pc:sldMk cId="512185084" sldId="271"/>
            <ac:inkMk id="2" creationId="{3212F168-18D7-A63F-CC96-2294083BB97B}"/>
          </ac:inkMkLst>
        </pc:inkChg>
        <pc:inkChg chg="add mod">
          <ac:chgData name="Fatma Ayoub Ahmed Abdelaziz" userId="c8344243-367e-4e37-846f-05507288a907" providerId="ADAL" clId="{76C4FD3D-B02E-4A13-A530-57582E888C3B}" dt="2025-11-07T21:32:53.771" v="39"/>
          <ac:inkMkLst>
            <pc:docMk/>
            <pc:sldMk cId="512185084" sldId="271"/>
            <ac:inkMk id="3" creationId="{97447410-1DCD-BD55-E0AF-34905FD03351}"/>
          </ac:inkMkLst>
        </pc:inkChg>
        <pc:inkChg chg="add">
          <ac:chgData name="Fatma Ayoub Ahmed Abdelaziz" userId="c8344243-367e-4e37-846f-05507288a907" providerId="ADAL" clId="{76C4FD3D-B02E-4A13-A530-57582E888C3B}" dt="2025-11-07T21:33:02.319" v="40" actId="9405"/>
          <ac:inkMkLst>
            <pc:docMk/>
            <pc:sldMk cId="512185084" sldId="271"/>
            <ac:inkMk id="4" creationId="{5FA134D5-5993-6998-25C6-076BFF8A23B5}"/>
          </ac:inkMkLst>
        </pc:inkChg>
        <pc:inkChg chg="add">
          <ac:chgData name="Fatma Ayoub Ahmed Abdelaziz" userId="c8344243-367e-4e37-846f-05507288a907" providerId="ADAL" clId="{76C4FD3D-B02E-4A13-A530-57582E888C3B}" dt="2025-11-07T21:33:15.832" v="41" actId="9405"/>
          <ac:inkMkLst>
            <pc:docMk/>
            <pc:sldMk cId="512185084" sldId="271"/>
            <ac:inkMk id="5" creationId="{2D47AB98-EFA7-C380-BE8D-A1902087D886}"/>
          </ac:inkMkLst>
        </pc:inkChg>
      </pc:sldChg>
      <pc:sldChg chg="addSp modSp mod">
        <pc:chgData name="Fatma Ayoub Ahmed Abdelaziz" userId="c8344243-367e-4e37-846f-05507288a907" providerId="ADAL" clId="{76C4FD3D-B02E-4A13-A530-57582E888C3B}" dt="2025-11-07T21:39:37.126" v="46" actId="9405"/>
        <pc:sldMkLst>
          <pc:docMk/>
          <pc:sldMk cId="1176360608" sldId="272"/>
        </pc:sldMkLst>
        <pc:grpChg chg="mod">
          <ac:chgData name="Fatma Ayoub Ahmed Abdelaziz" userId="c8344243-367e-4e37-846f-05507288a907" providerId="ADAL" clId="{76C4FD3D-B02E-4A13-A530-57582E888C3B}" dt="2025-11-07T21:38:54.819" v="45"/>
          <ac:grpSpMkLst>
            <pc:docMk/>
            <pc:sldMk cId="1176360608" sldId="272"/>
            <ac:grpSpMk id="5" creationId="{2E987B7E-1ECF-DC0F-95A0-EA03BC8A9B5D}"/>
          </ac:grpSpMkLst>
        </pc:grpChg>
        <pc:inkChg chg="add mod">
          <ac:chgData name="Fatma Ayoub Ahmed Abdelaziz" userId="c8344243-367e-4e37-846f-05507288a907" providerId="ADAL" clId="{76C4FD3D-B02E-4A13-A530-57582E888C3B}" dt="2025-11-07T21:38:54.819" v="45"/>
          <ac:inkMkLst>
            <pc:docMk/>
            <pc:sldMk cId="1176360608" sldId="272"/>
            <ac:inkMk id="2" creationId="{8E21B551-C1AF-9546-3D8B-73F82C9D06F0}"/>
          </ac:inkMkLst>
        </pc:inkChg>
        <pc:inkChg chg="add mod">
          <ac:chgData name="Fatma Ayoub Ahmed Abdelaziz" userId="c8344243-367e-4e37-846f-05507288a907" providerId="ADAL" clId="{76C4FD3D-B02E-4A13-A530-57582E888C3B}" dt="2025-11-07T21:38:54.819" v="45"/>
          <ac:inkMkLst>
            <pc:docMk/>
            <pc:sldMk cId="1176360608" sldId="272"/>
            <ac:inkMk id="3" creationId="{5B1474FF-B5DC-5F6B-F6B0-1CA91F27BD1F}"/>
          </ac:inkMkLst>
        </pc:inkChg>
        <pc:inkChg chg="add mod">
          <ac:chgData name="Fatma Ayoub Ahmed Abdelaziz" userId="c8344243-367e-4e37-846f-05507288a907" providerId="ADAL" clId="{76C4FD3D-B02E-4A13-A530-57582E888C3B}" dt="2025-11-07T21:38:54.819" v="45"/>
          <ac:inkMkLst>
            <pc:docMk/>
            <pc:sldMk cId="1176360608" sldId="272"/>
            <ac:inkMk id="4" creationId="{3491AA93-3CDF-C96E-ABFF-55383FC4D773}"/>
          </ac:inkMkLst>
        </pc:inkChg>
        <pc:inkChg chg="add">
          <ac:chgData name="Fatma Ayoub Ahmed Abdelaziz" userId="c8344243-367e-4e37-846f-05507288a907" providerId="ADAL" clId="{76C4FD3D-B02E-4A13-A530-57582E888C3B}" dt="2025-11-07T21:39:37.126" v="46" actId="9405"/>
          <ac:inkMkLst>
            <pc:docMk/>
            <pc:sldMk cId="1176360608" sldId="272"/>
            <ac:inkMk id="6" creationId="{A21182F0-1B9D-7F9A-804C-6F80B7983002}"/>
          </ac:inkMkLst>
        </pc:inkChg>
      </pc:sldChg>
      <pc:sldChg chg="addSp delSp mod">
        <pc:chgData name="Fatma Ayoub Ahmed Abdelaziz" userId="c8344243-367e-4e37-846f-05507288a907" providerId="ADAL" clId="{76C4FD3D-B02E-4A13-A530-57582E888C3B}" dt="2025-11-07T22:49:52.875" v="71" actId="9405"/>
        <pc:sldMkLst>
          <pc:docMk/>
          <pc:sldMk cId="1160565454" sldId="274"/>
        </pc:sldMkLst>
        <pc:inkChg chg="add">
          <ac:chgData name="Fatma Ayoub Ahmed Abdelaziz" userId="c8344243-367e-4e37-846f-05507288a907" providerId="ADAL" clId="{76C4FD3D-B02E-4A13-A530-57582E888C3B}" dt="2025-11-07T22:49:29.230" v="62" actId="9405"/>
          <ac:inkMkLst>
            <pc:docMk/>
            <pc:sldMk cId="1160565454" sldId="274"/>
            <ac:inkMk id="2" creationId="{0F3C24D6-D13B-84A2-48C9-51F13608BB4E}"/>
          </ac:inkMkLst>
        </pc:inkChg>
        <pc:inkChg chg="add del">
          <ac:chgData name="Fatma Ayoub Ahmed Abdelaziz" userId="c8344243-367e-4e37-846f-05507288a907" providerId="ADAL" clId="{76C4FD3D-B02E-4A13-A530-57582E888C3B}" dt="2025-11-07T22:49:32.122" v="64"/>
          <ac:inkMkLst>
            <pc:docMk/>
            <pc:sldMk cId="1160565454" sldId="274"/>
            <ac:inkMk id="3" creationId="{DDD6772D-57A2-9DD3-B1C6-FFFF2EDA713F}"/>
          </ac:inkMkLst>
        </pc:inkChg>
        <pc:inkChg chg="add">
          <ac:chgData name="Fatma Ayoub Ahmed Abdelaziz" userId="c8344243-367e-4e37-846f-05507288a907" providerId="ADAL" clId="{76C4FD3D-B02E-4A13-A530-57582E888C3B}" dt="2025-11-07T22:49:32.122" v="64"/>
          <ac:inkMkLst>
            <pc:docMk/>
            <pc:sldMk cId="1160565454" sldId="274"/>
            <ac:inkMk id="4" creationId="{33D95BFC-29CC-894E-7F6B-DB5870DD3DEC}"/>
          </ac:inkMkLst>
        </pc:inkChg>
        <pc:inkChg chg="add">
          <ac:chgData name="Fatma Ayoub Ahmed Abdelaziz" userId="c8344243-367e-4e37-846f-05507288a907" providerId="ADAL" clId="{76C4FD3D-B02E-4A13-A530-57582E888C3B}" dt="2025-11-07T22:49:44.976" v="65" actId="9405"/>
          <ac:inkMkLst>
            <pc:docMk/>
            <pc:sldMk cId="1160565454" sldId="274"/>
            <ac:inkMk id="5" creationId="{BF301621-A946-F4F1-06CA-D746BD6A6CED}"/>
          </ac:inkMkLst>
        </pc:inkChg>
        <pc:inkChg chg="add">
          <ac:chgData name="Fatma Ayoub Ahmed Abdelaziz" userId="c8344243-367e-4e37-846f-05507288a907" providerId="ADAL" clId="{76C4FD3D-B02E-4A13-A530-57582E888C3B}" dt="2025-11-07T22:49:46.346" v="66" actId="9405"/>
          <ac:inkMkLst>
            <pc:docMk/>
            <pc:sldMk cId="1160565454" sldId="274"/>
            <ac:inkMk id="6" creationId="{875E72C8-02F8-3129-C8AB-55D33E4D0479}"/>
          </ac:inkMkLst>
        </pc:inkChg>
        <pc:inkChg chg="add">
          <ac:chgData name="Fatma Ayoub Ahmed Abdelaziz" userId="c8344243-367e-4e37-846f-05507288a907" providerId="ADAL" clId="{76C4FD3D-B02E-4A13-A530-57582E888C3B}" dt="2025-11-07T22:49:47.236" v="67" actId="9405"/>
          <ac:inkMkLst>
            <pc:docMk/>
            <pc:sldMk cId="1160565454" sldId="274"/>
            <ac:inkMk id="7" creationId="{3B01AB92-F717-EBD3-01AA-4D8F69239C4C}"/>
          </ac:inkMkLst>
        </pc:inkChg>
        <pc:inkChg chg="add">
          <ac:chgData name="Fatma Ayoub Ahmed Abdelaziz" userId="c8344243-367e-4e37-846f-05507288a907" providerId="ADAL" clId="{76C4FD3D-B02E-4A13-A530-57582E888C3B}" dt="2025-11-07T22:49:48.254" v="68" actId="9405"/>
          <ac:inkMkLst>
            <pc:docMk/>
            <pc:sldMk cId="1160565454" sldId="274"/>
            <ac:inkMk id="8" creationId="{A11A7C2D-5466-BDBF-83C0-8B885F045566}"/>
          </ac:inkMkLst>
        </pc:inkChg>
        <pc:inkChg chg="add">
          <ac:chgData name="Fatma Ayoub Ahmed Abdelaziz" userId="c8344243-367e-4e37-846f-05507288a907" providerId="ADAL" clId="{76C4FD3D-B02E-4A13-A530-57582E888C3B}" dt="2025-11-07T22:49:50" v="69" actId="9405"/>
          <ac:inkMkLst>
            <pc:docMk/>
            <pc:sldMk cId="1160565454" sldId="274"/>
            <ac:inkMk id="9" creationId="{5B451B3F-2879-762A-94D1-7A184220294C}"/>
          </ac:inkMkLst>
        </pc:inkChg>
        <pc:inkChg chg="add">
          <ac:chgData name="Fatma Ayoub Ahmed Abdelaziz" userId="c8344243-367e-4e37-846f-05507288a907" providerId="ADAL" clId="{76C4FD3D-B02E-4A13-A530-57582E888C3B}" dt="2025-11-07T22:49:50.890" v="70" actId="9405"/>
          <ac:inkMkLst>
            <pc:docMk/>
            <pc:sldMk cId="1160565454" sldId="274"/>
            <ac:inkMk id="10" creationId="{250F4E09-B0AB-3EC0-3705-CB5790B147E4}"/>
          </ac:inkMkLst>
        </pc:inkChg>
        <pc:inkChg chg="add">
          <ac:chgData name="Fatma Ayoub Ahmed Abdelaziz" userId="c8344243-367e-4e37-846f-05507288a907" providerId="ADAL" clId="{76C4FD3D-B02E-4A13-A530-57582E888C3B}" dt="2025-11-07T22:49:52.875" v="71" actId="9405"/>
          <ac:inkMkLst>
            <pc:docMk/>
            <pc:sldMk cId="1160565454" sldId="274"/>
            <ac:inkMk id="11" creationId="{2D660AAD-42C2-857F-4511-384D34225289}"/>
          </ac:inkMkLst>
        </pc:inkChg>
      </pc:sldChg>
      <pc:sldChg chg="addSp delSp modSp mod">
        <pc:chgData name="Fatma Ayoub Ahmed Abdelaziz" userId="c8344243-367e-4e37-846f-05507288a907" providerId="ADAL" clId="{76C4FD3D-B02E-4A13-A530-57582E888C3B}" dt="2025-11-07T22:55:37.164" v="110" actId="9405"/>
        <pc:sldMkLst>
          <pc:docMk/>
          <pc:sldMk cId="3088748389" sldId="284"/>
        </pc:sldMkLst>
        <pc:inkChg chg="add">
          <ac:chgData name="Fatma Ayoub Ahmed Abdelaziz" userId="c8344243-367e-4e37-846f-05507288a907" providerId="ADAL" clId="{76C4FD3D-B02E-4A13-A530-57582E888C3B}" dt="2025-11-07T22:55:28.497" v="106" actId="9405"/>
          <ac:inkMkLst>
            <pc:docMk/>
            <pc:sldMk cId="3088748389" sldId="284"/>
            <ac:inkMk id="2" creationId="{4F7A4F61-2980-C108-6E18-3F1A40C14331}"/>
          </ac:inkMkLst>
        </pc:inkChg>
        <pc:inkChg chg="add del">
          <ac:chgData name="Fatma Ayoub Ahmed Abdelaziz" userId="c8344243-367e-4e37-846f-05507288a907" providerId="ADAL" clId="{76C4FD3D-B02E-4A13-A530-57582E888C3B}" dt="2025-11-07T22:55:32.295" v="108"/>
          <ac:inkMkLst>
            <pc:docMk/>
            <pc:sldMk cId="3088748389" sldId="284"/>
            <ac:inkMk id="3" creationId="{26B0E7F7-3B63-90BD-088F-61667E9148F5}"/>
          </ac:inkMkLst>
        </pc:inkChg>
        <pc:inkChg chg="add mod">
          <ac:chgData name="Fatma Ayoub Ahmed Abdelaziz" userId="c8344243-367e-4e37-846f-05507288a907" providerId="ADAL" clId="{76C4FD3D-B02E-4A13-A530-57582E888C3B}" dt="2025-11-07T22:55:34.622" v="109"/>
          <ac:inkMkLst>
            <pc:docMk/>
            <pc:sldMk cId="3088748389" sldId="284"/>
            <ac:inkMk id="4" creationId="{6B9BA168-1350-E13F-3AAB-8094EFDA09E5}"/>
          </ac:inkMkLst>
        </pc:inkChg>
        <pc:inkChg chg="add">
          <ac:chgData name="Fatma Ayoub Ahmed Abdelaziz" userId="c8344243-367e-4e37-846f-05507288a907" providerId="ADAL" clId="{76C4FD3D-B02E-4A13-A530-57582E888C3B}" dt="2025-11-07T22:55:37.164" v="110" actId="9405"/>
          <ac:inkMkLst>
            <pc:docMk/>
            <pc:sldMk cId="3088748389" sldId="284"/>
            <ac:inkMk id="5" creationId="{05CF36F7-C0BA-4D14-B6D8-4BAD782152C9}"/>
          </ac:inkMkLst>
        </pc:inkChg>
      </pc:sldChg>
      <pc:sldChg chg="addSp mod">
        <pc:chgData name="Fatma Ayoub Ahmed Abdelaziz" userId="c8344243-367e-4e37-846f-05507288a907" providerId="ADAL" clId="{76C4FD3D-B02E-4A13-A530-57582E888C3B}" dt="2025-11-07T22:56:06.442" v="111" actId="9405"/>
        <pc:sldMkLst>
          <pc:docMk/>
          <pc:sldMk cId="3402106005" sldId="285"/>
        </pc:sldMkLst>
        <pc:inkChg chg="add">
          <ac:chgData name="Fatma Ayoub Ahmed Abdelaziz" userId="c8344243-367e-4e37-846f-05507288a907" providerId="ADAL" clId="{76C4FD3D-B02E-4A13-A530-57582E888C3B}" dt="2025-11-07T22:56:06.442" v="111" actId="9405"/>
          <ac:inkMkLst>
            <pc:docMk/>
            <pc:sldMk cId="3402106005" sldId="285"/>
            <ac:inkMk id="2" creationId="{CF071241-FA23-05BE-6825-F1849F6B4794}"/>
          </ac:inkMkLst>
        </pc:inkChg>
      </pc:sldChg>
      <pc:sldChg chg="addSp mod">
        <pc:chgData name="Fatma Ayoub Ahmed Abdelaziz" userId="c8344243-367e-4e37-846f-05507288a907" providerId="ADAL" clId="{76C4FD3D-B02E-4A13-A530-57582E888C3B}" dt="2025-11-07T22:56:18.614" v="112" actId="9405"/>
        <pc:sldMkLst>
          <pc:docMk/>
          <pc:sldMk cId="2069884625" sldId="286"/>
        </pc:sldMkLst>
        <pc:inkChg chg="add">
          <ac:chgData name="Fatma Ayoub Ahmed Abdelaziz" userId="c8344243-367e-4e37-846f-05507288a907" providerId="ADAL" clId="{76C4FD3D-B02E-4A13-A530-57582E888C3B}" dt="2025-11-07T22:56:18.614" v="112" actId="9405"/>
          <ac:inkMkLst>
            <pc:docMk/>
            <pc:sldMk cId="2069884625" sldId="286"/>
            <ac:inkMk id="2" creationId="{F554C197-978B-CCE0-96CA-F7E861EA8C63}"/>
          </ac:inkMkLst>
        </pc:inkChg>
      </pc:sldChg>
      <pc:sldChg chg="addSp delSp mod">
        <pc:chgData name="Fatma Ayoub Ahmed Abdelaziz" userId="c8344243-367e-4e37-846f-05507288a907" providerId="ADAL" clId="{76C4FD3D-B02E-4A13-A530-57582E888C3B}" dt="2025-11-07T22:57:10.291" v="117" actId="9405"/>
        <pc:sldMkLst>
          <pc:docMk/>
          <pc:sldMk cId="247816285" sldId="289"/>
        </pc:sldMkLst>
        <pc:inkChg chg="add">
          <ac:chgData name="Fatma Ayoub Ahmed Abdelaziz" userId="c8344243-367e-4e37-846f-05507288a907" providerId="ADAL" clId="{76C4FD3D-B02E-4A13-A530-57582E888C3B}" dt="2025-11-07T22:57:01.450" v="113" actId="9405"/>
          <ac:inkMkLst>
            <pc:docMk/>
            <pc:sldMk cId="247816285" sldId="289"/>
            <ac:inkMk id="2" creationId="{16D8870B-40F6-0993-F023-F95010F71FD5}"/>
          </ac:inkMkLst>
        </pc:inkChg>
        <pc:inkChg chg="add del">
          <ac:chgData name="Fatma Ayoub Ahmed Abdelaziz" userId="c8344243-367e-4e37-846f-05507288a907" providerId="ADAL" clId="{76C4FD3D-B02E-4A13-A530-57582E888C3B}" dt="2025-11-07T22:57:04.722" v="115"/>
          <ac:inkMkLst>
            <pc:docMk/>
            <pc:sldMk cId="247816285" sldId="289"/>
            <ac:inkMk id="3" creationId="{315269A0-E5AC-6337-81E8-3BCF9D21590F}"/>
          </ac:inkMkLst>
        </pc:inkChg>
        <pc:inkChg chg="add">
          <ac:chgData name="Fatma Ayoub Ahmed Abdelaziz" userId="c8344243-367e-4e37-846f-05507288a907" providerId="ADAL" clId="{76C4FD3D-B02E-4A13-A530-57582E888C3B}" dt="2025-11-07T22:57:04.722" v="115"/>
          <ac:inkMkLst>
            <pc:docMk/>
            <pc:sldMk cId="247816285" sldId="289"/>
            <ac:inkMk id="4" creationId="{9B06AF31-5B14-2621-EAF8-17EBF2D0A888}"/>
          </ac:inkMkLst>
        </pc:inkChg>
        <pc:inkChg chg="add">
          <ac:chgData name="Fatma Ayoub Ahmed Abdelaziz" userId="c8344243-367e-4e37-846f-05507288a907" providerId="ADAL" clId="{76C4FD3D-B02E-4A13-A530-57582E888C3B}" dt="2025-11-07T22:57:07.793" v="116" actId="9405"/>
          <ac:inkMkLst>
            <pc:docMk/>
            <pc:sldMk cId="247816285" sldId="289"/>
            <ac:inkMk id="5" creationId="{3EBABEF6-9727-3C13-7821-ED8ADE7CEF86}"/>
          </ac:inkMkLst>
        </pc:inkChg>
        <pc:inkChg chg="add">
          <ac:chgData name="Fatma Ayoub Ahmed Abdelaziz" userId="c8344243-367e-4e37-846f-05507288a907" providerId="ADAL" clId="{76C4FD3D-B02E-4A13-A530-57582E888C3B}" dt="2025-11-07T22:57:10.291" v="117" actId="9405"/>
          <ac:inkMkLst>
            <pc:docMk/>
            <pc:sldMk cId="247816285" sldId="289"/>
            <ac:inkMk id="6" creationId="{B1114F17-3A60-9D90-8BBC-8A2CA70B2F2E}"/>
          </ac:inkMkLst>
        </pc:inkChg>
      </pc:sldChg>
      <pc:sldChg chg="addSp delSp modSp mod">
        <pc:chgData name="Fatma Ayoub Ahmed Abdelaziz" userId="c8344243-367e-4e37-846f-05507288a907" providerId="ADAL" clId="{76C4FD3D-B02E-4A13-A530-57582E888C3B}" dt="2025-11-07T23:02:30.517" v="140" actId="9405"/>
        <pc:sldMkLst>
          <pc:docMk/>
          <pc:sldMk cId="1133373871" sldId="294"/>
        </pc:sldMkLst>
        <pc:inkChg chg="add del">
          <ac:chgData name="Fatma Ayoub Ahmed Abdelaziz" userId="c8344243-367e-4e37-846f-05507288a907" providerId="ADAL" clId="{76C4FD3D-B02E-4A13-A530-57582E888C3B}" dt="2025-11-07T23:01:47.394" v="128"/>
          <ac:inkMkLst>
            <pc:docMk/>
            <pc:sldMk cId="1133373871" sldId="294"/>
            <ac:inkMk id="2" creationId="{B1F5150C-BF88-1CDF-00BD-08971135024F}"/>
          </ac:inkMkLst>
        </pc:inkChg>
        <pc:inkChg chg="add mod">
          <ac:chgData name="Fatma Ayoub Ahmed Abdelaziz" userId="c8344243-367e-4e37-846f-05507288a907" providerId="ADAL" clId="{76C4FD3D-B02E-4A13-A530-57582E888C3B}" dt="2025-11-07T23:01:49.364" v="129"/>
          <ac:inkMkLst>
            <pc:docMk/>
            <pc:sldMk cId="1133373871" sldId="294"/>
            <ac:inkMk id="3" creationId="{2CBB1C74-2BDA-254E-8973-A519C88DD631}"/>
          </ac:inkMkLst>
        </pc:inkChg>
        <pc:inkChg chg="add del">
          <ac:chgData name="Fatma Ayoub Ahmed Abdelaziz" userId="c8344243-367e-4e37-846f-05507288a907" providerId="ADAL" clId="{76C4FD3D-B02E-4A13-A530-57582E888C3B}" dt="2025-11-07T23:01:54.677" v="131"/>
          <ac:inkMkLst>
            <pc:docMk/>
            <pc:sldMk cId="1133373871" sldId="294"/>
            <ac:inkMk id="4" creationId="{19CAAD9D-DCDE-2D8D-1666-00C0D81BD1CB}"/>
          </ac:inkMkLst>
        </pc:inkChg>
        <pc:inkChg chg="add del">
          <ac:chgData name="Fatma Ayoub Ahmed Abdelaziz" userId="c8344243-367e-4e37-846f-05507288a907" providerId="ADAL" clId="{76C4FD3D-B02E-4A13-A530-57582E888C3B}" dt="2025-11-07T23:02:01.228" v="134"/>
          <ac:inkMkLst>
            <pc:docMk/>
            <pc:sldMk cId="1133373871" sldId="294"/>
            <ac:inkMk id="5" creationId="{CB25747D-21A3-52FB-1C0C-45D57D6C4720}"/>
          </ac:inkMkLst>
        </pc:inkChg>
        <pc:inkChg chg="add del">
          <ac:chgData name="Fatma Ayoub Ahmed Abdelaziz" userId="c8344243-367e-4e37-846f-05507288a907" providerId="ADAL" clId="{76C4FD3D-B02E-4A13-A530-57582E888C3B}" dt="2025-11-07T23:01:58.523" v="133"/>
          <ac:inkMkLst>
            <pc:docMk/>
            <pc:sldMk cId="1133373871" sldId="294"/>
            <ac:inkMk id="6" creationId="{B9B2F4E1-E7F5-AF2C-4578-1A4D682B428E}"/>
          </ac:inkMkLst>
        </pc:inkChg>
        <pc:inkChg chg="add del">
          <ac:chgData name="Fatma Ayoub Ahmed Abdelaziz" userId="c8344243-367e-4e37-846f-05507288a907" providerId="ADAL" clId="{76C4FD3D-B02E-4A13-A530-57582E888C3B}" dt="2025-11-07T23:02:01.228" v="135"/>
          <ac:inkMkLst>
            <pc:docMk/>
            <pc:sldMk cId="1133373871" sldId="294"/>
            <ac:inkMk id="7" creationId="{BD92FA3E-1AC0-5CB7-624B-8701835CEE47}"/>
          </ac:inkMkLst>
        </pc:inkChg>
        <pc:inkChg chg="add del">
          <ac:chgData name="Fatma Ayoub Ahmed Abdelaziz" userId="c8344243-367e-4e37-846f-05507288a907" providerId="ADAL" clId="{76C4FD3D-B02E-4A13-A530-57582E888C3B}" dt="2025-11-07T23:02:10.139" v="137"/>
          <ac:inkMkLst>
            <pc:docMk/>
            <pc:sldMk cId="1133373871" sldId="294"/>
            <ac:inkMk id="8" creationId="{B21E5096-A1DC-DE36-E7ED-9109927E9EB6}"/>
          </ac:inkMkLst>
        </pc:inkChg>
        <pc:inkChg chg="add mod">
          <ac:chgData name="Fatma Ayoub Ahmed Abdelaziz" userId="c8344243-367e-4e37-846f-05507288a907" providerId="ADAL" clId="{76C4FD3D-B02E-4A13-A530-57582E888C3B}" dt="2025-11-07T23:02:11.615" v="138"/>
          <ac:inkMkLst>
            <pc:docMk/>
            <pc:sldMk cId="1133373871" sldId="294"/>
            <ac:inkMk id="9" creationId="{27DBFD6E-8F8C-ADCE-84C1-F829DFF30BEB}"/>
          </ac:inkMkLst>
        </pc:inkChg>
        <pc:inkChg chg="add">
          <ac:chgData name="Fatma Ayoub Ahmed Abdelaziz" userId="c8344243-367e-4e37-846f-05507288a907" providerId="ADAL" clId="{76C4FD3D-B02E-4A13-A530-57582E888C3B}" dt="2025-11-07T23:02:14.390" v="139" actId="9405"/>
          <ac:inkMkLst>
            <pc:docMk/>
            <pc:sldMk cId="1133373871" sldId="294"/>
            <ac:inkMk id="10" creationId="{5384CC92-0E9D-9D37-4AEA-CC6D8A5048FF}"/>
          </ac:inkMkLst>
        </pc:inkChg>
        <pc:inkChg chg="add">
          <ac:chgData name="Fatma Ayoub Ahmed Abdelaziz" userId="c8344243-367e-4e37-846f-05507288a907" providerId="ADAL" clId="{76C4FD3D-B02E-4A13-A530-57582E888C3B}" dt="2025-11-07T23:02:30.517" v="140" actId="9405"/>
          <ac:inkMkLst>
            <pc:docMk/>
            <pc:sldMk cId="1133373871" sldId="294"/>
            <ac:inkMk id="11" creationId="{FC729CD2-2966-14B7-F346-C391B8F6A92C}"/>
          </ac:inkMkLst>
        </pc:inkChg>
      </pc:sldChg>
      <pc:sldChg chg="addSp delSp modSp mod">
        <pc:chgData name="Fatma Ayoub Ahmed Abdelaziz" userId="c8344243-367e-4e37-846f-05507288a907" providerId="ADAL" clId="{76C4FD3D-B02E-4A13-A530-57582E888C3B}" dt="2025-11-07T22:51:58.317" v="93" actId="9405"/>
        <pc:sldMkLst>
          <pc:docMk/>
          <pc:sldMk cId="1296378249" sldId="305"/>
        </pc:sldMkLst>
        <pc:inkChg chg="add">
          <ac:chgData name="Fatma Ayoub Ahmed Abdelaziz" userId="c8344243-367e-4e37-846f-05507288a907" providerId="ADAL" clId="{76C4FD3D-B02E-4A13-A530-57582E888C3B}" dt="2025-11-07T22:50:54.251" v="81" actId="9405"/>
          <ac:inkMkLst>
            <pc:docMk/>
            <pc:sldMk cId="1296378249" sldId="305"/>
            <ac:inkMk id="2" creationId="{413F85FB-81A7-507B-9B1B-6F08EC22BDEF}"/>
          </ac:inkMkLst>
        </pc:inkChg>
        <pc:inkChg chg="add del">
          <ac:chgData name="Fatma Ayoub Ahmed Abdelaziz" userId="c8344243-367e-4e37-846f-05507288a907" providerId="ADAL" clId="{76C4FD3D-B02E-4A13-A530-57582E888C3B}" dt="2025-11-07T22:50:59.057" v="83"/>
          <ac:inkMkLst>
            <pc:docMk/>
            <pc:sldMk cId="1296378249" sldId="305"/>
            <ac:inkMk id="3" creationId="{B415341D-43B0-9C64-CB3F-F87388833242}"/>
          </ac:inkMkLst>
        </pc:inkChg>
        <pc:inkChg chg="add">
          <ac:chgData name="Fatma Ayoub Ahmed Abdelaziz" userId="c8344243-367e-4e37-846f-05507288a907" providerId="ADAL" clId="{76C4FD3D-B02E-4A13-A530-57582E888C3B}" dt="2025-11-07T22:50:59.057" v="83"/>
          <ac:inkMkLst>
            <pc:docMk/>
            <pc:sldMk cId="1296378249" sldId="305"/>
            <ac:inkMk id="4" creationId="{D044F770-8018-3F6C-0ECD-AD614EECEB49}"/>
          </ac:inkMkLst>
        </pc:inkChg>
        <pc:inkChg chg="add del">
          <ac:chgData name="Fatma Ayoub Ahmed Abdelaziz" userId="c8344243-367e-4e37-846f-05507288a907" providerId="ADAL" clId="{76C4FD3D-B02E-4A13-A530-57582E888C3B}" dt="2025-11-07T22:51:14.299" v="85"/>
          <ac:inkMkLst>
            <pc:docMk/>
            <pc:sldMk cId="1296378249" sldId="305"/>
            <ac:inkMk id="5" creationId="{7E23A5D6-DB67-BB24-0C06-CBB06EE4352F}"/>
          </ac:inkMkLst>
        </pc:inkChg>
        <pc:inkChg chg="add del">
          <ac:chgData name="Fatma Ayoub Ahmed Abdelaziz" userId="c8344243-367e-4e37-846f-05507288a907" providerId="ADAL" clId="{76C4FD3D-B02E-4A13-A530-57582E888C3B}" dt="2025-11-07T22:51:20.517" v="87"/>
          <ac:inkMkLst>
            <pc:docMk/>
            <pc:sldMk cId="1296378249" sldId="305"/>
            <ac:inkMk id="6" creationId="{F456278E-D915-7FC1-6189-A9E400D9CF14}"/>
          </ac:inkMkLst>
        </pc:inkChg>
        <pc:inkChg chg="add mod">
          <ac:chgData name="Fatma Ayoub Ahmed Abdelaziz" userId="c8344243-367e-4e37-846f-05507288a907" providerId="ADAL" clId="{76C4FD3D-B02E-4A13-A530-57582E888C3B}" dt="2025-11-07T22:51:23.961" v="88"/>
          <ac:inkMkLst>
            <pc:docMk/>
            <pc:sldMk cId="1296378249" sldId="305"/>
            <ac:inkMk id="9" creationId="{D68B2945-61B7-D7EF-492B-AB46D64BF605}"/>
          </ac:inkMkLst>
        </pc:inkChg>
        <pc:inkChg chg="add del">
          <ac:chgData name="Fatma Ayoub Ahmed Abdelaziz" userId="c8344243-367e-4e37-846f-05507288a907" providerId="ADAL" clId="{76C4FD3D-B02E-4A13-A530-57582E888C3B}" dt="2025-11-07T22:51:27.957" v="90"/>
          <ac:inkMkLst>
            <pc:docMk/>
            <pc:sldMk cId="1296378249" sldId="305"/>
            <ac:inkMk id="10" creationId="{4EBEF222-1012-8306-4D24-FC20F704CBE9}"/>
          </ac:inkMkLst>
        </pc:inkChg>
        <pc:inkChg chg="add mod">
          <ac:chgData name="Fatma Ayoub Ahmed Abdelaziz" userId="c8344243-367e-4e37-846f-05507288a907" providerId="ADAL" clId="{76C4FD3D-B02E-4A13-A530-57582E888C3B}" dt="2025-11-07T22:51:29.493" v="91"/>
          <ac:inkMkLst>
            <pc:docMk/>
            <pc:sldMk cId="1296378249" sldId="305"/>
            <ac:inkMk id="11" creationId="{6DFE0F32-EA31-A6EB-09BC-7E95FDE2D96F}"/>
          </ac:inkMkLst>
        </pc:inkChg>
        <pc:inkChg chg="add">
          <ac:chgData name="Fatma Ayoub Ahmed Abdelaziz" userId="c8344243-367e-4e37-846f-05507288a907" providerId="ADAL" clId="{76C4FD3D-B02E-4A13-A530-57582E888C3B}" dt="2025-11-07T22:51:53.217" v="92" actId="9405"/>
          <ac:inkMkLst>
            <pc:docMk/>
            <pc:sldMk cId="1296378249" sldId="305"/>
            <ac:inkMk id="12" creationId="{981996A2-320D-9E9D-5BB1-0C862DD96E12}"/>
          </ac:inkMkLst>
        </pc:inkChg>
        <pc:inkChg chg="add">
          <ac:chgData name="Fatma Ayoub Ahmed Abdelaziz" userId="c8344243-367e-4e37-846f-05507288a907" providerId="ADAL" clId="{76C4FD3D-B02E-4A13-A530-57582E888C3B}" dt="2025-11-07T22:51:58.317" v="93" actId="9405"/>
          <ac:inkMkLst>
            <pc:docMk/>
            <pc:sldMk cId="1296378249" sldId="305"/>
            <ac:inkMk id="13" creationId="{350AB7FE-CE50-B6F3-A884-F969520FCCFF}"/>
          </ac:inkMkLst>
        </pc:inkChg>
      </pc:sldChg>
      <pc:sldChg chg="addSp delSp modSp mod">
        <pc:chgData name="Fatma Ayoub Ahmed Abdelaziz" userId="c8344243-367e-4e37-846f-05507288a907" providerId="ADAL" clId="{76C4FD3D-B02E-4A13-A530-57582E888C3B}" dt="2025-11-07T22:52:22.236" v="99"/>
        <pc:sldMkLst>
          <pc:docMk/>
          <pc:sldMk cId="1150858174" sldId="306"/>
        </pc:sldMkLst>
        <pc:inkChg chg="add del">
          <ac:chgData name="Fatma Ayoub Ahmed Abdelaziz" userId="c8344243-367e-4e37-846f-05507288a907" providerId="ADAL" clId="{76C4FD3D-B02E-4A13-A530-57582E888C3B}" dt="2025-11-07T22:52:09.786" v="95"/>
          <ac:inkMkLst>
            <pc:docMk/>
            <pc:sldMk cId="1150858174" sldId="306"/>
            <ac:inkMk id="2" creationId="{9D8A068C-A52E-E3C5-31BE-935D3C8365DD}"/>
          </ac:inkMkLst>
        </pc:inkChg>
        <pc:inkChg chg="add del">
          <ac:chgData name="Fatma Ayoub Ahmed Abdelaziz" userId="c8344243-367e-4e37-846f-05507288a907" providerId="ADAL" clId="{76C4FD3D-B02E-4A13-A530-57582E888C3B}" dt="2025-11-07T22:52:13.108" v="96"/>
          <ac:inkMkLst>
            <pc:docMk/>
            <pc:sldMk cId="1150858174" sldId="306"/>
            <ac:inkMk id="3" creationId="{0371BC78-0D89-28AC-7EEB-C7A0D0921A29}"/>
          </ac:inkMkLst>
        </pc:inkChg>
        <pc:inkChg chg="add del">
          <ac:chgData name="Fatma Ayoub Ahmed Abdelaziz" userId="c8344243-367e-4e37-846f-05507288a907" providerId="ADAL" clId="{76C4FD3D-B02E-4A13-A530-57582E888C3B}" dt="2025-11-07T22:52:18.276" v="98"/>
          <ac:inkMkLst>
            <pc:docMk/>
            <pc:sldMk cId="1150858174" sldId="306"/>
            <ac:inkMk id="4" creationId="{4BB8AA9B-C7CF-61C9-0307-A6716D1C1436}"/>
          </ac:inkMkLst>
        </pc:inkChg>
        <pc:inkChg chg="add mod">
          <ac:chgData name="Fatma Ayoub Ahmed Abdelaziz" userId="c8344243-367e-4e37-846f-05507288a907" providerId="ADAL" clId="{76C4FD3D-B02E-4A13-A530-57582E888C3B}" dt="2025-11-07T22:52:22.236" v="99"/>
          <ac:inkMkLst>
            <pc:docMk/>
            <pc:sldMk cId="1150858174" sldId="306"/>
            <ac:inkMk id="5" creationId="{A418A778-8FDA-C774-14D0-02A8962E9E67}"/>
          </ac:inkMkLst>
        </pc:inkChg>
      </pc:sldChg>
      <pc:sldChg chg="addSp delSp modSp mod">
        <pc:chgData name="Fatma Ayoub Ahmed Abdelaziz" userId="c8344243-367e-4e37-846f-05507288a907" providerId="ADAL" clId="{76C4FD3D-B02E-4A13-A530-57582E888C3B}" dt="2025-11-07T22:09:35.177" v="53" actId="9405"/>
        <pc:sldMkLst>
          <pc:docMk/>
          <pc:sldMk cId="405135057" sldId="307"/>
        </pc:sldMkLst>
        <pc:inkChg chg="add">
          <ac:chgData name="Fatma Ayoub Ahmed Abdelaziz" userId="c8344243-367e-4e37-846f-05507288a907" providerId="ADAL" clId="{76C4FD3D-B02E-4A13-A530-57582E888C3B}" dt="2025-11-07T22:08:56.071" v="48" actId="9405"/>
          <ac:inkMkLst>
            <pc:docMk/>
            <pc:sldMk cId="405135057" sldId="307"/>
            <ac:inkMk id="4" creationId="{C74F6124-986E-428A-309D-8559472DBB18}"/>
          </ac:inkMkLst>
        </pc:inkChg>
        <pc:inkChg chg="add del">
          <ac:chgData name="Fatma Ayoub Ahmed Abdelaziz" userId="c8344243-367e-4e37-846f-05507288a907" providerId="ADAL" clId="{76C4FD3D-B02E-4A13-A530-57582E888C3B}" dt="2025-11-07T22:09:11.437" v="50"/>
          <ac:inkMkLst>
            <pc:docMk/>
            <pc:sldMk cId="405135057" sldId="307"/>
            <ac:inkMk id="5" creationId="{E96C3A4E-56BB-41C7-C46B-EF688FFF6CA1}"/>
          </ac:inkMkLst>
        </pc:inkChg>
        <pc:inkChg chg="add mod">
          <ac:chgData name="Fatma Ayoub Ahmed Abdelaziz" userId="c8344243-367e-4e37-846f-05507288a907" providerId="ADAL" clId="{76C4FD3D-B02E-4A13-A530-57582E888C3B}" dt="2025-11-07T22:09:15.723" v="51"/>
          <ac:inkMkLst>
            <pc:docMk/>
            <pc:sldMk cId="405135057" sldId="307"/>
            <ac:inkMk id="6" creationId="{FAEAAE49-BFE0-A12E-FCE4-1745FD50E2B1}"/>
          </ac:inkMkLst>
        </pc:inkChg>
        <pc:inkChg chg="add">
          <ac:chgData name="Fatma Ayoub Ahmed Abdelaziz" userId="c8344243-367e-4e37-846f-05507288a907" providerId="ADAL" clId="{76C4FD3D-B02E-4A13-A530-57582E888C3B}" dt="2025-11-07T22:09:18.615" v="52" actId="9405"/>
          <ac:inkMkLst>
            <pc:docMk/>
            <pc:sldMk cId="405135057" sldId="307"/>
            <ac:inkMk id="7" creationId="{C32992A9-9780-038D-9A82-88CBE733B23B}"/>
          </ac:inkMkLst>
        </pc:inkChg>
        <pc:inkChg chg="add">
          <ac:chgData name="Fatma Ayoub Ahmed Abdelaziz" userId="c8344243-367e-4e37-846f-05507288a907" providerId="ADAL" clId="{76C4FD3D-B02E-4A13-A530-57582E888C3B}" dt="2025-11-07T22:09:35.177" v="53" actId="9405"/>
          <ac:inkMkLst>
            <pc:docMk/>
            <pc:sldMk cId="405135057" sldId="307"/>
            <ac:inkMk id="8" creationId="{E1411CDC-65E2-6A0B-247C-AF42AE9F8180}"/>
          </ac:inkMkLst>
        </pc:inkChg>
      </pc:sldChg>
      <pc:sldChg chg="addSp delSp modSp mod">
        <pc:chgData name="Fatma Ayoub Ahmed Abdelaziz" userId="c8344243-367e-4e37-846f-05507288a907" providerId="ADAL" clId="{76C4FD3D-B02E-4A13-A530-57582E888C3B}" dt="2025-11-07T22:54:46.246" v="105" actId="9405"/>
        <pc:sldMkLst>
          <pc:docMk/>
          <pc:sldMk cId="1830144162" sldId="308"/>
        </pc:sldMkLst>
        <pc:inkChg chg="add del">
          <ac:chgData name="Fatma Ayoub Ahmed Abdelaziz" userId="c8344243-367e-4e37-846f-05507288a907" providerId="ADAL" clId="{76C4FD3D-B02E-4A13-A530-57582E888C3B}" dt="2025-11-07T22:09:50.986" v="55"/>
          <ac:inkMkLst>
            <pc:docMk/>
            <pc:sldMk cId="1830144162" sldId="308"/>
            <ac:inkMk id="4" creationId="{9A078728-0958-6357-3C2E-5B26BDED19D7}"/>
          </ac:inkMkLst>
        </pc:inkChg>
        <pc:inkChg chg="add mod">
          <ac:chgData name="Fatma Ayoub Ahmed Abdelaziz" userId="c8344243-367e-4e37-846f-05507288a907" providerId="ADAL" clId="{76C4FD3D-B02E-4A13-A530-57582E888C3B}" dt="2025-11-07T22:09:52.294" v="56"/>
          <ac:inkMkLst>
            <pc:docMk/>
            <pc:sldMk cId="1830144162" sldId="308"/>
            <ac:inkMk id="5" creationId="{D0FD62F7-F10A-C845-EAE1-8E4D0F734282}"/>
          </ac:inkMkLst>
        </pc:inkChg>
        <pc:inkChg chg="add">
          <ac:chgData name="Fatma Ayoub Ahmed Abdelaziz" userId="c8344243-367e-4e37-846f-05507288a907" providerId="ADAL" clId="{76C4FD3D-B02E-4A13-A530-57582E888C3B}" dt="2025-11-07T22:09:56.232" v="57" actId="9405"/>
          <ac:inkMkLst>
            <pc:docMk/>
            <pc:sldMk cId="1830144162" sldId="308"/>
            <ac:inkMk id="6" creationId="{EBAA2EFF-C219-BB38-764C-71C7EB4DD2E4}"/>
          </ac:inkMkLst>
        </pc:inkChg>
        <pc:inkChg chg="add">
          <ac:chgData name="Fatma Ayoub Ahmed Abdelaziz" userId="c8344243-367e-4e37-846f-05507288a907" providerId="ADAL" clId="{76C4FD3D-B02E-4A13-A530-57582E888C3B}" dt="2025-11-07T22:10:02.119" v="58" actId="9405"/>
          <ac:inkMkLst>
            <pc:docMk/>
            <pc:sldMk cId="1830144162" sldId="308"/>
            <ac:inkMk id="7" creationId="{AC0BAED9-0969-AE4C-0C27-643255A0A272}"/>
          </ac:inkMkLst>
        </pc:inkChg>
        <pc:inkChg chg="add del">
          <ac:chgData name="Fatma Ayoub Ahmed Abdelaziz" userId="c8344243-367e-4e37-846f-05507288a907" providerId="ADAL" clId="{76C4FD3D-B02E-4A13-A530-57582E888C3B}" dt="2025-11-07T22:10:13.248" v="60"/>
          <ac:inkMkLst>
            <pc:docMk/>
            <pc:sldMk cId="1830144162" sldId="308"/>
            <ac:inkMk id="8" creationId="{830F5B01-EF79-D186-3488-2350CF7E9570}"/>
          </ac:inkMkLst>
        </pc:inkChg>
        <pc:inkChg chg="add mod">
          <ac:chgData name="Fatma Ayoub Ahmed Abdelaziz" userId="c8344243-367e-4e37-846f-05507288a907" providerId="ADAL" clId="{76C4FD3D-B02E-4A13-A530-57582E888C3B}" dt="2025-11-07T22:10:15.915" v="61"/>
          <ac:inkMkLst>
            <pc:docMk/>
            <pc:sldMk cId="1830144162" sldId="308"/>
            <ac:inkMk id="9" creationId="{1F551827-76F6-7611-67E1-C48B603BBC06}"/>
          </ac:inkMkLst>
        </pc:inkChg>
        <pc:inkChg chg="add del">
          <ac:chgData name="Fatma Ayoub Ahmed Abdelaziz" userId="c8344243-367e-4e37-846f-05507288a907" providerId="ADAL" clId="{76C4FD3D-B02E-4A13-A530-57582E888C3B}" dt="2025-11-07T22:54:33.115" v="103"/>
          <ac:inkMkLst>
            <pc:docMk/>
            <pc:sldMk cId="1830144162" sldId="308"/>
            <ac:inkMk id="10" creationId="{DEE4AC0F-BA9A-465D-86C7-0B8A2812E73B}"/>
          </ac:inkMkLst>
        </pc:inkChg>
        <pc:inkChg chg="add mod">
          <ac:chgData name="Fatma Ayoub Ahmed Abdelaziz" userId="c8344243-367e-4e37-846f-05507288a907" providerId="ADAL" clId="{76C4FD3D-B02E-4A13-A530-57582E888C3B}" dt="2025-11-07T22:54:39.602" v="104"/>
          <ac:inkMkLst>
            <pc:docMk/>
            <pc:sldMk cId="1830144162" sldId="308"/>
            <ac:inkMk id="11" creationId="{017186D3-1EF3-7419-22E3-D1288C7B9811}"/>
          </ac:inkMkLst>
        </pc:inkChg>
        <pc:inkChg chg="add">
          <ac:chgData name="Fatma Ayoub Ahmed Abdelaziz" userId="c8344243-367e-4e37-846f-05507288a907" providerId="ADAL" clId="{76C4FD3D-B02E-4A13-A530-57582E888C3B}" dt="2025-11-07T22:54:46.246" v="105" actId="9405"/>
          <ac:inkMkLst>
            <pc:docMk/>
            <pc:sldMk cId="1830144162" sldId="308"/>
            <ac:inkMk id="12" creationId="{C79DE488-A915-EF55-17D1-1D6250185942}"/>
          </ac:inkMkLst>
        </pc:inkChg>
      </pc:sldChg>
      <pc:sldChg chg="addSp delSp modSp mod">
        <pc:chgData name="Fatma Ayoub Ahmed Abdelaziz" userId="c8344243-367e-4e37-846f-05507288a907" providerId="ADAL" clId="{76C4FD3D-B02E-4A13-A530-57582E888C3B}" dt="2025-11-07T23:00:56.261" v="126"/>
        <pc:sldMkLst>
          <pc:docMk/>
          <pc:sldMk cId="1212730780" sldId="310"/>
        </pc:sldMkLst>
        <pc:inkChg chg="add">
          <ac:chgData name="Fatma Ayoub Ahmed Abdelaziz" userId="c8344243-367e-4e37-846f-05507288a907" providerId="ADAL" clId="{76C4FD3D-B02E-4A13-A530-57582E888C3B}" dt="2025-11-07T23:00:19.929" v="118" actId="9405"/>
          <ac:inkMkLst>
            <pc:docMk/>
            <pc:sldMk cId="1212730780" sldId="310"/>
            <ac:inkMk id="4" creationId="{9B8AAD18-F4F7-1931-8914-37E36D82B4D6}"/>
          </ac:inkMkLst>
        </pc:inkChg>
        <pc:inkChg chg="add del">
          <ac:chgData name="Fatma Ayoub Ahmed Abdelaziz" userId="c8344243-367e-4e37-846f-05507288a907" providerId="ADAL" clId="{76C4FD3D-B02E-4A13-A530-57582E888C3B}" dt="2025-11-07T23:00:24.723" v="120"/>
          <ac:inkMkLst>
            <pc:docMk/>
            <pc:sldMk cId="1212730780" sldId="310"/>
            <ac:inkMk id="5" creationId="{110523A5-804E-BC42-F422-BD445B5A7D4A}"/>
          </ac:inkMkLst>
        </pc:inkChg>
        <pc:inkChg chg="add">
          <ac:chgData name="Fatma Ayoub Ahmed Abdelaziz" userId="c8344243-367e-4e37-846f-05507288a907" providerId="ADAL" clId="{76C4FD3D-B02E-4A13-A530-57582E888C3B}" dt="2025-11-07T23:00:24.723" v="120"/>
          <ac:inkMkLst>
            <pc:docMk/>
            <pc:sldMk cId="1212730780" sldId="310"/>
            <ac:inkMk id="6" creationId="{5E533310-9198-5548-CC03-5B8A9CF481D1}"/>
          </ac:inkMkLst>
        </pc:inkChg>
        <pc:inkChg chg="add">
          <ac:chgData name="Fatma Ayoub Ahmed Abdelaziz" userId="c8344243-367e-4e37-846f-05507288a907" providerId="ADAL" clId="{76C4FD3D-B02E-4A13-A530-57582E888C3B}" dt="2025-11-07T23:00:30.391" v="121" actId="9405"/>
          <ac:inkMkLst>
            <pc:docMk/>
            <pc:sldMk cId="1212730780" sldId="310"/>
            <ac:inkMk id="7" creationId="{C2638832-B53C-86B5-5900-23E8F9E1D707}"/>
          </ac:inkMkLst>
        </pc:inkChg>
        <pc:inkChg chg="add">
          <ac:chgData name="Fatma Ayoub Ahmed Abdelaziz" userId="c8344243-367e-4e37-846f-05507288a907" providerId="ADAL" clId="{76C4FD3D-B02E-4A13-A530-57582E888C3B}" dt="2025-11-07T23:00:31.949" v="122" actId="9405"/>
          <ac:inkMkLst>
            <pc:docMk/>
            <pc:sldMk cId="1212730780" sldId="310"/>
            <ac:inkMk id="8" creationId="{5CD32030-F174-C172-A6F5-AF92875F0865}"/>
          </ac:inkMkLst>
        </pc:inkChg>
        <pc:inkChg chg="add">
          <ac:chgData name="Fatma Ayoub Ahmed Abdelaziz" userId="c8344243-367e-4e37-846f-05507288a907" providerId="ADAL" clId="{76C4FD3D-B02E-4A13-A530-57582E888C3B}" dt="2025-11-07T23:00:35.586" v="123" actId="9405"/>
          <ac:inkMkLst>
            <pc:docMk/>
            <pc:sldMk cId="1212730780" sldId="310"/>
            <ac:inkMk id="9" creationId="{26C01909-5D94-5E49-01D1-A5C3B1A3D74D}"/>
          </ac:inkMkLst>
        </pc:inkChg>
        <pc:inkChg chg="add del">
          <ac:chgData name="Fatma Ayoub Ahmed Abdelaziz" userId="c8344243-367e-4e37-846f-05507288a907" providerId="ADAL" clId="{76C4FD3D-B02E-4A13-A530-57582E888C3B}" dt="2025-11-07T23:00:55.011" v="125"/>
          <ac:inkMkLst>
            <pc:docMk/>
            <pc:sldMk cId="1212730780" sldId="310"/>
            <ac:inkMk id="10" creationId="{D842C30B-D454-A645-9130-29FB18520E3B}"/>
          </ac:inkMkLst>
        </pc:inkChg>
        <pc:inkChg chg="add mod">
          <ac:chgData name="Fatma Ayoub Ahmed Abdelaziz" userId="c8344243-367e-4e37-846f-05507288a907" providerId="ADAL" clId="{76C4FD3D-B02E-4A13-A530-57582E888C3B}" dt="2025-11-07T23:00:56.261" v="126"/>
          <ac:inkMkLst>
            <pc:docMk/>
            <pc:sldMk cId="1212730780" sldId="310"/>
            <ac:inkMk id="11" creationId="{170012E2-A5AC-B626-00C0-228DAC28A999}"/>
          </ac:inkMkLst>
        </pc:inkChg>
      </pc:sldChg>
      <pc:sldChg chg="addSp delSp mod">
        <pc:chgData name="Fatma Ayoub Ahmed Abdelaziz" userId="c8344243-367e-4e37-846f-05507288a907" providerId="ADAL" clId="{76C4FD3D-B02E-4A13-A530-57582E888C3B}" dt="2025-11-07T23:03:14.666" v="145" actId="9405"/>
        <pc:sldMkLst>
          <pc:docMk/>
          <pc:sldMk cId="3707050970" sldId="311"/>
        </pc:sldMkLst>
        <pc:inkChg chg="add del">
          <ac:chgData name="Fatma Ayoub Ahmed Abdelaziz" userId="c8344243-367e-4e37-846f-05507288a907" providerId="ADAL" clId="{76C4FD3D-B02E-4A13-A530-57582E888C3B}" dt="2025-11-07T23:02:55.519" v="142"/>
          <ac:inkMkLst>
            <pc:docMk/>
            <pc:sldMk cId="3707050970" sldId="311"/>
            <ac:inkMk id="4" creationId="{7BE966CD-85C5-163D-8AD1-AE36B6950B8C}"/>
          </ac:inkMkLst>
        </pc:inkChg>
        <pc:inkChg chg="add">
          <ac:chgData name="Fatma Ayoub Ahmed Abdelaziz" userId="c8344243-367e-4e37-846f-05507288a907" providerId="ADAL" clId="{76C4FD3D-B02E-4A13-A530-57582E888C3B}" dt="2025-11-07T23:02:55.519" v="142"/>
          <ac:inkMkLst>
            <pc:docMk/>
            <pc:sldMk cId="3707050970" sldId="311"/>
            <ac:inkMk id="5" creationId="{8C66D35B-32DD-5CC7-94D4-F9D61BFC8F22}"/>
          </ac:inkMkLst>
        </pc:inkChg>
        <pc:inkChg chg="add">
          <ac:chgData name="Fatma Ayoub Ahmed Abdelaziz" userId="c8344243-367e-4e37-846f-05507288a907" providerId="ADAL" clId="{76C4FD3D-B02E-4A13-A530-57582E888C3B}" dt="2025-11-07T23:02:59.853" v="143" actId="9405"/>
          <ac:inkMkLst>
            <pc:docMk/>
            <pc:sldMk cId="3707050970" sldId="311"/>
            <ac:inkMk id="6" creationId="{FF4429E9-1A9B-2C3A-81CF-5C970DC92838}"/>
          </ac:inkMkLst>
        </pc:inkChg>
        <pc:inkChg chg="add">
          <ac:chgData name="Fatma Ayoub Ahmed Abdelaziz" userId="c8344243-367e-4e37-846f-05507288a907" providerId="ADAL" clId="{76C4FD3D-B02E-4A13-A530-57582E888C3B}" dt="2025-11-07T23:03:12.249" v="144" actId="9405"/>
          <ac:inkMkLst>
            <pc:docMk/>
            <pc:sldMk cId="3707050970" sldId="311"/>
            <ac:inkMk id="7" creationId="{8EC8DCE2-F1BC-35F9-C4DD-037B5D053A09}"/>
          </ac:inkMkLst>
        </pc:inkChg>
        <pc:inkChg chg="add">
          <ac:chgData name="Fatma Ayoub Ahmed Abdelaziz" userId="c8344243-367e-4e37-846f-05507288a907" providerId="ADAL" clId="{76C4FD3D-B02E-4A13-A530-57582E888C3B}" dt="2025-11-07T23:03:14.666" v="145" actId="9405"/>
          <ac:inkMkLst>
            <pc:docMk/>
            <pc:sldMk cId="3707050970" sldId="311"/>
            <ac:inkMk id="8" creationId="{10272507-499E-275C-76C6-085F84AF930C}"/>
          </ac:inkMkLst>
        </pc:inkChg>
      </pc:sldChg>
      <pc:sldChg chg="addSp delSp modSp mod">
        <pc:chgData name="Fatma Ayoub Ahmed Abdelaziz" userId="c8344243-367e-4e37-846f-05507288a907" providerId="ADAL" clId="{76C4FD3D-B02E-4A13-A530-57582E888C3B}" dt="2025-11-07T22:50:27.134" v="80"/>
        <pc:sldMkLst>
          <pc:docMk/>
          <pc:sldMk cId="2402431343" sldId="312"/>
        </pc:sldMkLst>
        <pc:grpChg chg="del mod">
          <ac:chgData name="Fatma Ayoub Ahmed Abdelaziz" userId="c8344243-367e-4e37-846f-05507288a907" providerId="ADAL" clId="{76C4FD3D-B02E-4A13-A530-57582E888C3B}" dt="2025-11-07T22:50:27.134" v="80"/>
          <ac:grpSpMkLst>
            <pc:docMk/>
            <pc:sldMk cId="2402431343" sldId="312"/>
            <ac:grpSpMk id="9" creationId="{A2F8D9E6-AE8C-685B-5D77-E1223DEF8D62}"/>
          </ac:grpSpMkLst>
        </pc:grpChg>
        <pc:grpChg chg="mod">
          <ac:chgData name="Fatma Ayoub Ahmed Abdelaziz" userId="c8344243-367e-4e37-846f-05507288a907" providerId="ADAL" clId="{76C4FD3D-B02E-4A13-A530-57582E888C3B}" dt="2025-11-07T22:50:27.134" v="80"/>
          <ac:grpSpMkLst>
            <pc:docMk/>
            <pc:sldMk cId="2402431343" sldId="312"/>
            <ac:grpSpMk id="11" creationId="{FAC8AF34-8D80-80D8-B929-0AD346955424}"/>
          </ac:grpSpMkLst>
        </pc:grpChg>
        <pc:inkChg chg="add del">
          <ac:chgData name="Fatma Ayoub Ahmed Abdelaziz" userId="c8344243-367e-4e37-846f-05507288a907" providerId="ADAL" clId="{76C4FD3D-B02E-4A13-A530-57582E888C3B}" dt="2025-11-07T22:50:00.705" v="73"/>
          <ac:inkMkLst>
            <pc:docMk/>
            <pc:sldMk cId="2402431343" sldId="312"/>
            <ac:inkMk id="4" creationId="{9437FAC9-8A47-12E5-8118-1C989450AE3B}"/>
          </ac:inkMkLst>
        </pc:inkChg>
        <pc:inkChg chg="add mod">
          <ac:chgData name="Fatma Ayoub Ahmed Abdelaziz" userId="c8344243-367e-4e37-846f-05507288a907" providerId="ADAL" clId="{76C4FD3D-B02E-4A13-A530-57582E888C3B}" dt="2025-11-07T22:50:04.244" v="74"/>
          <ac:inkMkLst>
            <pc:docMk/>
            <pc:sldMk cId="2402431343" sldId="312"/>
            <ac:inkMk id="5" creationId="{86BE33F7-68D7-30B2-B038-AF219ED34A41}"/>
          </ac:inkMkLst>
        </pc:inkChg>
        <pc:inkChg chg="add">
          <ac:chgData name="Fatma Ayoub Ahmed Abdelaziz" userId="c8344243-367e-4e37-846f-05507288a907" providerId="ADAL" clId="{76C4FD3D-B02E-4A13-A530-57582E888C3B}" dt="2025-11-07T22:50:08.675" v="75" actId="9405"/>
          <ac:inkMkLst>
            <pc:docMk/>
            <pc:sldMk cId="2402431343" sldId="312"/>
            <ac:inkMk id="6" creationId="{4F56BB04-A53A-6D82-E967-C55DB6FA904A}"/>
          </ac:inkMkLst>
        </pc:inkChg>
        <pc:inkChg chg="add mod">
          <ac:chgData name="Fatma Ayoub Ahmed Abdelaziz" userId="c8344243-367e-4e37-846f-05507288a907" providerId="ADAL" clId="{76C4FD3D-B02E-4A13-A530-57582E888C3B}" dt="2025-11-07T22:50:27.134" v="80"/>
          <ac:inkMkLst>
            <pc:docMk/>
            <pc:sldMk cId="2402431343" sldId="312"/>
            <ac:inkMk id="7" creationId="{2F18EE70-1033-9968-761D-A02147F6B258}"/>
          </ac:inkMkLst>
        </pc:inkChg>
        <pc:inkChg chg="add mod">
          <ac:chgData name="Fatma Ayoub Ahmed Abdelaziz" userId="c8344243-367e-4e37-846f-05507288a907" providerId="ADAL" clId="{76C4FD3D-B02E-4A13-A530-57582E888C3B}" dt="2025-11-07T22:50:27.134" v="80"/>
          <ac:inkMkLst>
            <pc:docMk/>
            <pc:sldMk cId="2402431343" sldId="312"/>
            <ac:inkMk id="8" creationId="{E805E6D2-21A4-AAAB-EDCB-1B86EB0A11FE}"/>
          </ac:inkMkLst>
        </pc:inkChg>
        <pc:inkChg chg="add mod">
          <ac:chgData name="Fatma Ayoub Ahmed Abdelaziz" userId="c8344243-367e-4e37-846f-05507288a907" providerId="ADAL" clId="{76C4FD3D-B02E-4A13-A530-57582E888C3B}" dt="2025-11-07T22:50:27.134" v="80"/>
          <ac:inkMkLst>
            <pc:docMk/>
            <pc:sldMk cId="2402431343" sldId="312"/>
            <ac:inkMk id="10" creationId="{F5FA98CF-DB02-6238-E8F6-4A63C099260C}"/>
          </ac:inkMkLst>
        </pc:inkChg>
      </pc:sldChg>
      <pc:sldChg chg="modSp mod">
        <pc:chgData name="Fatma Ayoub Ahmed Abdelaziz" userId="c8344243-367e-4e37-846f-05507288a907" providerId="ADAL" clId="{76C4FD3D-B02E-4A13-A530-57582E888C3B}" dt="2025-11-07T22:06:46.446" v="47" actId="313"/>
        <pc:sldMkLst>
          <pc:docMk/>
          <pc:sldMk cId="3394811009" sldId="313"/>
        </pc:sldMkLst>
        <pc:graphicFrameChg chg="modGraphic">
          <ac:chgData name="Fatma Ayoub Ahmed Abdelaziz" userId="c8344243-367e-4e37-846f-05507288a907" providerId="ADAL" clId="{76C4FD3D-B02E-4A13-A530-57582E888C3B}" dt="2025-11-07T22:06:46.446" v="47" actId="313"/>
          <ac:graphicFrameMkLst>
            <pc:docMk/>
            <pc:sldMk cId="3394811009" sldId="313"/>
            <ac:graphicFrameMk id="2" creationId="{D7BC8B88-15CE-43F5-A37B-BA6622A92D2E}"/>
          </ac:graphicFrameMkLst>
        </pc:graphicFrameChg>
      </pc:sldChg>
      <pc:sldChg chg="addSp mod">
        <pc:chgData name="Fatma Ayoub Ahmed Abdelaziz" userId="c8344243-367e-4e37-846f-05507288a907" providerId="ADAL" clId="{76C4FD3D-B02E-4A13-A530-57582E888C3B}" dt="2025-11-07T22:52:49.500" v="101" actId="9405"/>
        <pc:sldMkLst>
          <pc:docMk/>
          <pc:sldMk cId="1966846641" sldId="316"/>
        </pc:sldMkLst>
        <pc:inkChg chg="add">
          <ac:chgData name="Fatma Ayoub Ahmed Abdelaziz" userId="c8344243-367e-4e37-846f-05507288a907" providerId="ADAL" clId="{76C4FD3D-B02E-4A13-A530-57582E888C3B}" dt="2025-11-07T22:52:45.447" v="100" actId="9405"/>
          <ac:inkMkLst>
            <pc:docMk/>
            <pc:sldMk cId="1966846641" sldId="316"/>
            <ac:inkMk id="4" creationId="{6CEAA2C4-A084-8B9C-F8CE-ACF7A90E5E98}"/>
          </ac:inkMkLst>
        </pc:inkChg>
        <pc:inkChg chg="add">
          <ac:chgData name="Fatma Ayoub Ahmed Abdelaziz" userId="c8344243-367e-4e37-846f-05507288a907" providerId="ADAL" clId="{76C4FD3D-B02E-4A13-A530-57582E888C3B}" dt="2025-11-07T22:52:49.500" v="101" actId="9405"/>
          <ac:inkMkLst>
            <pc:docMk/>
            <pc:sldMk cId="1966846641" sldId="316"/>
            <ac:inkMk id="5" creationId="{419FDD43-1CA7-FF3D-49C4-063437D24890}"/>
          </ac:inkMkLst>
        </pc:ink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15.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18:58.465"/>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0 175 24575,'0'0'0,"10"0"0,15 0 0,10-6 0,16 0 0,7 0 0,4 1 0,2 2 0,11-5 0,-7 0 0,5 1 0,-4 2 0,-7 2 0,-5 1 0,-7 1 0,-1 0 0,12 2 0,-5-1 0,3 0 0,5 0 0,-6 1 0,6-1 0,-8 0 0,6 0 0,11 0 0,1 0 0,-2 0 0,3-6 0,-8 0 0,1 0 0,3 2 0,4-6 0,-2 2 0,3 1 0,-8 2 0,-10-4 0,-4 1 0,-8 1 0,11 2 0,2 1 0,-4 2 0,6 2 0,1-1 0,-1 2 0,6-1 0,-1 0 0,-1 1 0,4-1 0,-1 0 0,-8 0 0,-8 0 0,-8 0 0,-1 0 0,-4 0 0,8 0 0,9 0 0,4 0 0,9 0 0,6-6 0,-1 0 0,-2 0 0,-4 2 0,-8 0 0,1 2 0,-1 1 0,-7 0 0,6 1 0,-1 0 0,1 1 0,6-1 0,-5 0 0,10 0 0,-1 0 0,-6 0 0,-3 0 0,-8 0 0,-7 0 0,-1 0 0,-4 0 0,8 0 0,3 0 0,10 0 0,-4 0 0,1 0 0,-6 0 0,0 0 0,-1 0 0,7 0 0,-3 0 0,-6 0 0,-5 0 0,-6 0 0,2 0 0,3 0 0,-2 0 0,3 0 0,-2 0 0,3 0 0,9 0 0,-3 0 0,-3 0 0,-5 0 0,-5 0 0,-3 0 0,-4 0 0,-2 0 0,-1 0 0,0 0 0,0 0 0,0 0 0,1 0 0,-1 0 0,0 0 0,1 0 0,0 0 0,-6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19:10.828"/>
    </inkml:context>
    <inkml:brush xml:id="br0">
      <inkml:brushProperty name="width" value="0.05" units="cm"/>
      <inkml:brushProperty name="height" value="0.05" units="cm"/>
      <inkml:brushProperty name="color" value="#AE198D"/>
      <inkml:brushProperty name="inkEffects" value="galaxy"/>
      <inkml:brushProperty name="anchorX" value="-14245.49121"/>
      <inkml:brushProperty name="anchorY" value="-1955.66882"/>
      <inkml:brushProperty name="scaleFactor" value="0.5"/>
    </inkml:brush>
  </inkml:definitions>
  <inkml:trace contextRef="#ctx0" brushRef="#br0">1 260 24575,'0'0'0,"5"0"0,7 0 0,6 0 0,10 0 0,9-5 0,3-1 0,1 0 0,3 1 0,-3-4 0,-1 1 0,-4 1 0,-2 1 0,-3 3 0,-2-5 0,0 1 0,6 1 0,-1 1 0,0 2 0,-1 1 0,-1 1 0,-1 1 0,-1 0 0,0 1 0,4-1 0,7 0 0,5 0 0,-1 0 0,4 1 0,-4-1 0,-3 0 0,-4 0 0,-4 0 0,9 0 0,-1 0 0,-2 0 0,4 0 0,-3 0 0,3-1 0,-2 1 0,2 0 0,4 0 0,14-5 0,4-1 0,1 0 0,-6 1 0,-2 2 0,-8 0 0,5 2 0,0 1 0,7 0 0,0 0 0,1 0 0,0 0 0,-3 1 0,-6-1 0,-8 0 0,-6 0 0,-5 0 0,-5 0 0,4 0 0,5 0 0,-1 0 0,0 0 0,-4 0 0,5 0 0,-2 0 0,4 0 0,4 0 0,-2 0 0,9 0 0,-3 0 0,-4 0 0,2 0 0,-5 0 0,-3 0 0,1 0 0,-2 0 0,3-6 0,-2 0 0,-2 0 0,3 1 0,-2 1 0,-2 2 0,3 0 0,-2 2 0,-1 0 0,3-6 0,-1 0 0,9 1 0,4 0 0,4 2 0,2 1 0,-5 1 0,7 0 0,5-5 0,12 1 0,1-1 0,10 1 0,2 2 0,-10-5 0,-7 1 0,-6 1 0,-5 1 0,-9 2 0,-2 1 0,-1 1 0,-4 1 0,-5 0 0,-4 0 0,2 0 0,-2-5 0,3-1 0,5 0 0,-1 2 0,-3 0 0,-3 2 0,2 1 0,4 0 0,-2 1 0,-2 0 0,-4 1 0,-1-1 0,-4 0 0,-1 0 0,-1 0 0,0 0 0,-1 0 0,0 0 0,1 0 0,-1 0 0,1 0 0,0 0 0,-1 0 0,7 0 0,0 0 0,0 0 0,-2 0 0,0 0 0,-2 0 0,-1 0 0,0 0 0,-1 0 0,5 0 0,1 0 0,-1 0 0,0 0 0,-2 0 0,-1 0 0,-1 0 0,-1 0 0,0 0 0,0 0 0,-1 0 0,1 0 0,-1 0 0,1 0 0,0 0 0,0 0 0,0 0 0,-6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19:34.008"/>
    </inkml:context>
    <inkml:brush xml:id="br0">
      <inkml:brushProperty name="width" value="0.05" units="cm"/>
      <inkml:brushProperty name="height" value="0.05" units="cm"/>
      <inkml:brushProperty name="color" value="#AE198D"/>
      <inkml:brushProperty name="inkEffects" value="galaxy"/>
      <inkml:brushProperty name="anchorX" value="-21895.52734"/>
      <inkml:brushProperty name="anchorY" value="-2712.57886"/>
      <inkml:brushProperty name="scaleFactor" value="0.5"/>
    </inkml:brush>
  </inkml:definitions>
  <inkml:trace contextRef="#ctx0" brushRef="#br0">0 1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19:34.232"/>
    </inkml:context>
    <inkml:brush xml:id="br0">
      <inkml:brushProperty name="width" value="0.05" units="cm"/>
      <inkml:brushProperty name="height" value="0.05" units="cm"/>
      <inkml:brushProperty name="color" value="#AE198D"/>
      <inkml:brushProperty name="inkEffects" value="galaxy"/>
      <inkml:brushProperty name="anchorX" value="-22911.52734"/>
      <inkml:brushProperty name="anchorY" value="-3728.57861"/>
      <inkml:brushProperty name="scaleFactor" value="0.5"/>
    </inkml:brush>
  </inkml:definitions>
  <inkml:trace contextRef="#ctx0" brushRef="#br0">0 1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19:38.625"/>
    </inkml:context>
    <inkml:brush xml:id="br0">
      <inkml:brushProperty name="width" value="0.05" units="cm"/>
      <inkml:brushProperty name="height" value="0.05" units="cm"/>
      <inkml:brushProperty name="color" value="#AE198D"/>
      <inkml:brushProperty name="inkEffects" value="galaxy"/>
      <inkml:brushProperty name="anchorX" value="-23927.52734"/>
      <inkml:brushProperty name="anchorY" value="-4744.5791"/>
      <inkml:brushProperty name="scaleFactor" value="0.5"/>
    </inkml:brush>
  </inkml:definitions>
  <inkml:trace contextRef="#ctx0" brushRef="#br0">0 203 24575,'0'0'0,"10"0"0,15-5 0,4-1 0,10-6 0,13-4 0,-1 0 0,11-2 0,0 2 0,2 4 0,4-2 0,-6 3 0,-7 2 0,-3 3 0,-6 3 0,-6 1 0,-5 1 0,-3 1 0,-2 1 0,-1-1 0,5 1 0,-1-1 0,1 1 0,-1-1 0,-1 0 0,-1 0 0,-1 0 0,-1 0 0,0 0 0,0 0 0,-1 0 0,1 0 0,6 0 0,-1 0 0,1 0 0,-1 0 0,-2 0 0,5 0 0,-7-6 0,-1 0 0,-1 0 0,0 1 0,-1 2 0,1 1 0,-6-5 0,6 0 0,0 1 0,2 2 0,1 1 0,-1 1 0,0 1 0,-1 0 0,0 1 0,1 1 0,-1-1 0,0 0 0,-1 0 0,1 0 0,0 0 0,0 1 0,5-1 0,1 0 0,0 0 0,-1 0 0,-2 0 0,-1 0 0,-1 0 0,0 0 0,-2 0 0,1-1 0,0 1 0,0 0 0,-1 1 0,1-1 0,-1 0 0,1 0 0,0 0 0,0 0 0,0 0 0,0 0 0,0 0 0,0 0 0,5 0 0,1 0 0,0 0 0,-2 0 0,0 0 0,4 0 0,4 5 0,7 1 0,-3 0 0,-2-1 0,2 4 0,-3-1 0,2-1 0,3-1 0,-2 3 0,-4-1 0,2-1 0,-2-1 0,-3-3 0,-4-1 0,-1-1 0,-3-1 0,0 0 0,4 6 0,1-1 0,-1 1 0,-1-2 0,5 0 0,-1 3 0,-2 1 0,-1-2 0,5-1 0,-2-2 0,-2-1 0,-1-1 0,4 5 0,-1 0 0,5 0 0,-2-2 0,-2-1 0,-3-1 0,-1-1 0,-3 0 0,-1-1 0,-1 0 0,5-1 0,1 1 0,-1 0 0,-1 0 0,-1 0 0,5 0 0,-1 0 0,-1 0 0,5 0 0,-2 0 0,-1 0 0,-3 0 0,-1 0 0,-2 0 0,-1 0 0,-1 0 0,0 0 0,10 0 0,2 0 0,-1 0 0,-1 0 0,-4 0 0,4 0 0,4 5 0,-1 1 0,-2 0 0,-3-1 0,-3-2 0,9 0 0,0-2 0,-2-1 0,-3 0 0,-3 0 0,-2 0 0,3 0 0,0 0 0,4-1 0,5 1 0,10 0 0,-1 0 0,1 0 0,-4 0 0,-6 0 0,-5 0 0,-5 0 0,-4 0 0,-1 0 0,-1 0 0,-1 0 0,-1 0 0,1 0 0,0 0 0,6 0 0,1 0 0,0 0 0,-2 0 0,-1 0 0,0 0 0,-2 0 0,5 0 0,0 0 0,5 0 0,6 0 0,-2 0 0,-3 0 0,-3 0 0,-2 0 0,2 0 0,4 0 0,-1 0 0,4 0 0,14 0 0,-1 0 0,3 0 0,-7 0 0,-6 0 0,-1 0 0,-5 0 0,8 0 0,2 0 0,-3 0 0,8 0 0,-4 0 0,1 0 0,0-5 0,-5-1 0,1 0 0,-5 1 0,-4 2 0,-5 0 0,-3 2 0,-2 1 0,4 0 0,5 0 0,0 0 0,-7-5 0,-3-1 0,-2 0 0,0 1 0,-1 2 0,0 1 0,0 0 0,-5 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24:04.462"/>
    </inkml:context>
    <inkml:brush xml:id="br0">
      <inkml:brushProperty name="width" value="0.05" units="cm"/>
      <inkml:brushProperty name="height" value="0.05" units="cm"/>
      <inkml:brushProperty name="color" value="#AE198D"/>
      <inkml:brushProperty name="inkEffects" value="galaxy"/>
      <inkml:brushProperty name="anchorX" value="-26670.94141"/>
      <inkml:brushProperty name="anchorY" value="-4561.79102"/>
      <inkml:brushProperty name="scaleFactor" value="0.5"/>
    </inkml:brush>
  </inkml:definitions>
  <inkml:trace contextRef="#ctx0" brushRef="#br0">0 1 24575,'10593'87'0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24:06.863"/>
    </inkml:context>
    <inkml:brush xml:id="br0">
      <inkml:brushProperty name="width" value="0.05" units="cm"/>
      <inkml:brushProperty name="height" value="0.05" units="cm"/>
      <inkml:brushProperty name="color" value="#AE198D"/>
      <inkml:brushProperty name="inkEffects" value="galaxy"/>
      <inkml:brushProperty name="anchorX" value="-44894.46484"/>
      <inkml:brushProperty name="anchorY" value="-6805.51123"/>
      <inkml:brushProperty name="scaleFactor" value="0.5"/>
    </inkml:brush>
  </inkml:definitions>
  <inkml:trace contextRef="#ctx0" brushRef="#br0">495 146 24575,'-312'36'0,"130"-14"0,516-45 0,-223 29 0,31 0 0,21 4 0,7-1 0,-6 0 0,-28-3 0,-17-2 0,-17-2 0,-16-1 0,-7-6 0,-3-2 0,7-5 0,-10 1 0,-4 2 0,-10 1 0,-4 3 0,-8 3 0,-7 0 0,-4-4 0,2 0 0,-3-5 0,11 0 0,10 2 0,-1-4 0,2 3 0,6 1 0,1 3 0,6-3 0,10 1 0,-6-4 0,-3 1 0,-11 2 0,-9 2 0,-2-3 0,-2 2 0,-4 1 0,2 2 0,-3 2 0,8 1 0,4 1 0,-4 1 0,-3 0 0,-6 1 0,-5-1 0,-3 0 0,-2 1 0,3-1 0,0 0 0,0 0 0,-1 0 0,-1 0 0,-2 0 0,0 0 0,-1 0 0,0 0 0,0 0 0,-1 0 0,1 0 0,5 0 0,1 0 0,0 0 0,-2 0 0,6 0 0,-2 0 0,-1 0 0,-2 0 0,-8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24:11.026"/>
    </inkml:context>
    <inkml:brush xml:id="br0">
      <inkml:brushProperty name="width" value="0.05" units="cm"/>
      <inkml:brushProperty name="height" value="0.05" units="cm"/>
      <inkml:brushProperty name="color" value="#AE198D"/>
      <inkml:brushProperty name="inkEffects" value="galaxy"/>
      <inkml:brushProperty name="anchorX" value="-49629.15234"/>
      <inkml:brushProperty name="anchorY" value="-7677.19287"/>
      <inkml:brushProperty name="scaleFactor" value="0.5"/>
    </inkml:brush>
  </inkml:definitions>
  <inkml:trace contextRef="#ctx0" brushRef="#br0">0 1 24575,'0'0'0,"20"0"0,30 0 0,20 0 0,14 0 0,20 5 0,3 1 0,6 0 0,-3-1 0,-11-2 0,6 6 0,-5-2 0,-8 0 0,-9-2 0,-10-2 0,5-1 0,1-1 0,15 0 0,2-1 0,1-1 0,-7 1 0,-2 0 0,4 0 0,-13-1 0,-6 1 0,-7 0 0,-4 0 0,-10 0 0,-1 0 0,5 0 0,1 0 0,8 6 0,11 0 0,-4 0 0,3-1 0,3-2 0,-9-1 0,2 0 0,-4-2 0,-2 0 0,-9 0 0,-2 0 0,-7-1 0,0 1 0,-5 0 0,2 6 0,8 0 0,4-1 0,2 0 0,-3-1 0,-1-2 0,-6-1 0,-5 0 0,-6-1 0,-3 0 0,-3-1 0,-2 1 0,5 0 0,-6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24:31.015"/>
    </inkml:context>
    <inkml:brush xml:id="br0">
      <inkml:brushProperty name="width" value="0.05" units="cm"/>
      <inkml:brushProperty name="height" value="0.05" units="cm"/>
      <inkml:brushProperty name="color" value="#AE198D"/>
      <inkml:brushProperty name="inkEffects" value="galaxy"/>
      <inkml:brushProperty name="anchorX" value="-43641.33984"/>
      <inkml:brushProperty name="anchorY" value="-7047.38672"/>
      <inkml:brushProperty name="scaleFactor" value="0.5"/>
    </inkml:brush>
  </inkml:definitions>
  <inkml:trace contextRef="#ctx0" brushRef="#br0">0 26 24575,'17405'0'0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24:39.231"/>
    </inkml:context>
    <inkml:brush xml:id="br0">
      <inkml:brushProperty name="width" value="0.05" units="cm"/>
      <inkml:brushProperty name="height" value="0.05" units="cm"/>
      <inkml:brushProperty name="color" value="#AE198D"/>
      <inkml:brushProperty name="inkEffects" value="galaxy"/>
      <inkml:brushProperty name="anchorX" value="-65597.75781"/>
      <inkml:brushProperty name="anchorY" value="-9737.96875"/>
      <inkml:brushProperty name="scaleFactor" value="0.5"/>
    </inkml:brush>
  </inkml:definitions>
  <inkml:trace contextRef="#ctx0" brushRef="#br0">0 30 24575,'0'0'0,"5"0"0,14 0 0,16 0 0,22 0 0,15 0 0,22 0 0,1 0 0,2 0 0,-1 0 0,-8 0 0,2 0 0,11 0 0,6 0 0,-1 0 0,-3 0 0,-4 0 0,-10 0 0,-4 0 0,-2 0 0,-6 0 0,-1 0 0,2 0 0,-4 0 0,7 0 0,3 0 0,8 0 0,2 0 0,5 0 0,12 0 0,4 0 0,3-6 0,-5 0 0,-6 1 0,0 0 0,-6 1 0,-10 2 0,-15 1 0,-16 0 0,-12 1 0,-10 0 0,-6 1 0,-4-1 0,-2 0 0,0 0 0,6 0 0,-5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24:41.573"/>
    </inkml:context>
    <inkml:brush xml:id="br0">
      <inkml:brushProperty name="width" value="0.05" units="cm"/>
      <inkml:brushProperty name="height" value="0.05" units="cm"/>
      <inkml:brushProperty name="color" value="#AE198D"/>
      <inkml:brushProperty name="inkEffects" value="galaxy"/>
      <inkml:brushProperty name="anchorX" value="-56116.49609"/>
      <inkml:brushProperty name="anchorY" value="-8580.28613"/>
      <inkml:brushProperty name="scaleFactor" value="0.5"/>
    </inkml:brush>
  </inkml:definitions>
  <inkml:trace contextRef="#ctx0" brushRef="#br0">1 34 24403,'17089'0'0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25:23.141"/>
    </inkml:context>
    <inkml:brush xml:id="br0">
      <inkml:brushProperty name="width" value="0.05" units="cm"/>
      <inkml:brushProperty name="height" value="0.05" units="cm"/>
      <inkml:brushProperty name="color" value="#AE198D"/>
      <inkml:brushProperty name="inkEffects" value="galaxy"/>
      <inkml:brushProperty name="anchorX" value="-64554.01953"/>
      <inkml:brushProperty name="anchorY" value="-9461.8125"/>
      <inkml:brushProperty name="scaleFactor" value="0.5"/>
    </inkml:brush>
  </inkml:definitions>
  <inkml:trace contextRef="#ctx0" brushRef="#br0">0 5 24575,'13451'0'0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25:27.824"/>
    </inkml:context>
    <inkml:brush xml:id="br0">
      <inkml:brushProperty name="width" value="0.05" units="cm"/>
      <inkml:brushProperty name="height" value="0.05" units="cm"/>
      <inkml:brushProperty name="color" value="#AE198D"/>
      <inkml:brushProperty name="inkEffects" value="galaxy"/>
      <inkml:brushProperty name="anchorX" value="-71974.71094"/>
      <inkml:brushProperty name="anchorY" value="-10255.55859"/>
      <inkml:brushProperty name="scaleFactor" value="0.5"/>
    </inkml:brush>
  </inkml:definitions>
  <inkml:trace contextRef="#ctx0" brushRef="#br0">1 43 24575,'16741'0'0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25:35.896"/>
    </inkml:context>
    <inkml:brush xml:id="br0">
      <inkml:brushProperty name="width" value="0.05" units="cm"/>
      <inkml:brushProperty name="height" value="0.05" units="cm"/>
      <inkml:brushProperty name="color" value="#AE198D"/>
      <inkml:brushProperty name="inkEffects" value="galaxy"/>
      <inkml:brushProperty name="anchorX" value="-77036.94531"/>
      <inkml:brushProperty name="anchorY" value="-10951.7832"/>
      <inkml:brushProperty name="scaleFactor" value="0.5"/>
    </inkml:brush>
  </inkml:definitions>
  <inkml:trace contextRef="#ctx0" brushRef="#br0">0 46 24575,'17725'0'0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25:39.675"/>
    </inkml:context>
    <inkml:brush xml:id="br0">
      <inkml:brushProperty name="width" value="0.05" units="cm"/>
      <inkml:brushProperty name="height" value="0.05" units="cm"/>
      <inkml:brushProperty name="color" value="#AE198D"/>
      <inkml:brushProperty name="inkEffects" value="galaxy"/>
      <inkml:brushProperty name="anchorX" value="-84917.39844"/>
      <inkml:brushProperty name="anchorY" value="-11580.16016"/>
      <inkml:brushProperty name="scaleFactor" value="0.5"/>
    </inkml:brush>
  </inkml:definitions>
  <inkml:trace contextRef="#ctx0" brushRef="#br0">1 69 24575,'18949'0'0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25:56.127"/>
    </inkml:context>
    <inkml:brush xml:id="br0">
      <inkml:brushProperty name="width" value="0.05" units="cm"/>
      <inkml:brushProperty name="height" value="0.05" units="cm"/>
      <inkml:brushProperty name="color" value="#AE198D"/>
      <inkml:brushProperty name="inkEffects" value="galaxy"/>
      <inkml:brushProperty name="anchorX" value="-108230.57813"/>
      <inkml:brushProperty name="anchorY" value="-12893.7041"/>
      <inkml:brushProperty name="scaleFactor" value="0.5"/>
    </inkml:brush>
  </inkml:definitions>
  <inkml:trace contextRef="#ctx0" brushRef="#br0">0 8 24575,'18704'0'0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32:48.228"/>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23 24575,'17555'0'0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33:02.306"/>
    </inkml:context>
    <inkml:brush xml:id="br0">
      <inkml:brushProperty name="width" value="0.05" units="cm"/>
      <inkml:brushProperty name="height" value="0.05" units="cm"/>
      <inkml:brushProperty name="color" value="#AE198D"/>
      <inkml:brushProperty name="inkEffects" value="galaxy"/>
      <inkml:brushProperty name="anchorX" value="-10598.00293"/>
      <inkml:brushProperty name="anchorY" value="-1056.24756"/>
      <inkml:brushProperty name="scaleFactor" value="0.5"/>
    </inkml:brush>
  </inkml:definitions>
  <inkml:trace contextRef="#ctx0" brushRef="#br0">0 1 24575,'0'0'0,"10"0"0,21 0 0,21 0 0,17 0 0,17 0 0,7 0 0,-2 0 0,0 0 0,-8 0 0,-1 0 0,-1 0 0,0 0 0,-4 5 0,-5 1 0,-4 0 0,-5-1 0,-8-2 0,-8 0 0,-8-2 0,-4-1 0,7 0 0,-1 0 0,4 0 0,-8 5 0,3 1 0,3 0 0,-2-2 0,9 0 0,-2-2 0,3-1 0,8 0 0,-4-1 0,1 0 0,-6 0 0,0-1 0,7 1 0,12 0 0,9 0 0,5 0 0,5 0 0,-11 0 0,-5 0 0,-12 0 0,-10 0 0,-4 0 0,0 0 0,-3 0 0,-5 0 0,-2 0 0,-4 0 0,-1 0 0,-2 0 0,-1 0 0,1 0 0,-1 0 0,-5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33:15.830"/>
    </inkml:context>
    <inkml:brush xml:id="br0">
      <inkml:brushProperty name="width" value="0.05" units="cm"/>
      <inkml:brushProperty name="height" value="0.05" units="cm"/>
      <inkml:brushProperty name="color" value="#AE198D"/>
      <inkml:brushProperty name="inkEffects" value="galaxy"/>
      <inkml:brushProperty name="anchorX" value="-14670.60156"/>
      <inkml:brushProperty name="anchorY" value="-2129.52002"/>
      <inkml:brushProperty name="scaleFactor" value="0.5"/>
    </inkml:brush>
  </inkml:definitions>
  <inkml:trace contextRef="#ctx0" brushRef="#br0">0 0 24575,'0'0'0,"20"0"0,47 6 0,44 0 0,38 0 0,17-1 0,12-2 0,-13 5 0,-17-1 0,-19 0 0,-22-3 0,-8 0 0,-8 4 0,-4-1 0,-8-1 0,-6-1 0,-13-1 0,-4-2 0,-2-1 0,-7-1 0,0 0 0,-5 0 0,-3-1 0,8 1 0,-3 0 0,4 0 0,2 0 0,9 0 0,-4 5 0,2 1 0,5 0 0,6-1 0,7 4 0,4-1 0,5 5 0,-4-2 0,-4-1 0,-6-3 0,1 3 0,-4-2 0,-7-1 0,-4-2 0,-7 4 0,-7-1 0,7-2 0,1-1 0,4-2 0,7-1 0,8-1 0,-5-1 0,5 0 0,-2 0 0,4-1 0,4 1 0,-2 0 0,3 0 0,3 6 0,-10 0 0,3 0 0,-5-1 0,4-1 0,-3-2 0,3-1 0,-1 0 0,8-1 0,5 0 0,8 0 0,2-1 0,1 1 0,-1 0 0,-12 0 0,-9 0 0,-13 0 0,-5 0 0,-2 0 0,-7 0 0,7 0 0,2 0 0,2 0 0,1 0 0,1 0 0,13 0 0,5 0 0,6 0 0,3 0 0,9 0 0,0-6 0,6 0 0,-7-1 0,-1-3 0,-4 0 0,-7 2 0,5 2 0,-6 2 0,-5 2 0,-5 0 0,-11 2 0,-10 0 0,-2 1 0,-6-1 0,2 1 0,-4-1 0,9 0 0,4 0 0,-2 0 0,1 0 0,8 0 0,1-5 0,7-1 0,18 0 0,5-5 0,-1 2 0,0 1 0,-1 2 0,-7-4 0,5 2 0,-10 1 0,-7 2 0,-10 1 0,-11 3 0,-7 0 0,-7 1 0,-4 0 0,-2 0 0,-1 0 0,0 1 0,6-1 0,1 0 0,-1 0 0,6 0 0,0 0 0,-2 0 0,-3 0 0,-6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38:53.875"/>
    </inkml:context>
    <inkml:brush xml:id="br0">
      <inkml:brushProperty name="width" value="0.05" units="cm"/>
      <inkml:brushProperty name="height" value="0.05" units="cm"/>
      <inkml:brushProperty name="color" value="#AE198D"/>
      <inkml:brushProperty name="inkEffects" value="galaxy"/>
      <inkml:brushProperty name="anchorX" value="-144321.75"/>
      <inkml:brushProperty name="anchorY" value="-17149.77344"/>
      <inkml:brushProperty name="scaleFactor" value="0.5"/>
    </inkml:brush>
  </inkml:definitions>
  <inkml:trace contextRef="#ctx0" brushRef="#br0">1 0 24575,'0'0'0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38:54.011"/>
    </inkml:context>
    <inkml:brush xml:id="br0">
      <inkml:brushProperty name="width" value="0.05" units="cm"/>
      <inkml:brushProperty name="height" value="0.05" units="cm"/>
      <inkml:brushProperty name="color" value="#AE198D"/>
      <inkml:brushProperty name="inkEffects" value="galaxy"/>
      <inkml:brushProperty name="anchorX" value="-145337.75"/>
      <inkml:brushProperty name="anchorY" value="-18165.77344"/>
      <inkml:brushProperty name="scaleFactor" value="0.5"/>
    </inkml:brush>
  </inkml:definitions>
  <inkml:trace contextRef="#ctx0" brushRef="#br0">1 0 24575,'0'0'0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38:54.239"/>
    </inkml:context>
    <inkml:brush xml:id="br0">
      <inkml:brushProperty name="width" value="0.05" units="cm"/>
      <inkml:brushProperty name="height" value="0.05" units="cm"/>
      <inkml:brushProperty name="color" value="#AE198D"/>
      <inkml:brushProperty name="inkEffects" value="galaxy"/>
      <inkml:brushProperty name="anchorX" value="-146353.75"/>
      <inkml:brushProperty name="anchorY" value="-19181.77344"/>
      <inkml:brushProperty name="scaleFactor" value="0.5"/>
    </inkml:brush>
  </inkml:definitions>
  <inkml:trace contextRef="#ctx0" brushRef="#br0">1 0 24575,'0'0'0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1:39:37.124"/>
    </inkml:context>
    <inkml:brush xml:id="br0">
      <inkml:brushProperty name="width" value="0.05" units="cm"/>
      <inkml:brushProperty name="height" value="0.05" units="cm"/>
      <inkml:brushProperty name="color" value="#AE198D"/>
      <inkml:brushProperty name="inkEffects" value="galaxy"/>
      <inkml:brushProperty name="anchorX" value="-147369.75"/>
      <inkml:brushProperty name="anchorY" value="-20197.77344"/>
      <inkml:brushProperty name="scaleFactor" value="0.5"/>
    </inkml:brush>
  </inkml:definitions>
  <inkml:trace contextRef="#ctx0" brushRef="#br0">0 1 24575,'0'0'0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49:29.227"/>
    </inkml:context>
    <inkml:brush xml:id="br0">
      <inkml:brushProperty name="width" value="0.05" units="cm"/>
      <inkml:brushProperty name="height" value="0.05" units="cm"/>
      <inkml:brushProperty name="color" value="#AE198D"/>
      <inkml:brushProperty name="inkEffects" value="galaxy"/>
      <inkml:brushProperty name="anchorX" value="-192299.73438"/>
      <inkml:brushProperty name="anchorY" value="-25678.72266"/>
      <inkml:brushProperty name="scaleFactor" value="0.5"/>
    </inkml:brush>
  </inkml:definitions>
  <inkml:trace contextRef="#ctx0" brushRef="#br0">0 89 24575,'0'0'0,"10"0"0,15-6 0,10 0 0,4 0 0,2 2 0,-3 0 0,5 2 0,-3 1 0,-2 0 0,-3 1 0,3 0 0,5 1 0,-2-1 0,-1 0 0,2 0 0,-1 0 0,2 0 0,-2 0 0,3 0 0,4 0 0,3 0 0,-4 0 0,3 0 0,-4 0 0,-5 0 0,-4 0 0,2 0 0,4 0 0,-1 0 0,14-6 0,4 0 0,-2 0 0,-6 1 0,-7 1 0,0 2 0,-4 1 0,-4 0 0,2 1 0,-1 0 0,9 1 0,4-1 0,-1 0 0,2 0 0,-5 0 0,2 0 0,1 0 0,-4 0 0,2 0 0,-5 0 0,9 0 0,2 0 0,-3 0 0,-5 0 0,2 0 0,0 0 0,-4 0 0,3 0 0,2 0 0,9 0 0,1 0 0,-3 0 0,6 0 0,-1 0 0,-5 0 0,-2 0 0,6 0 0,0 6 0,1 0 0,0 1 0,-1-2 0,0-2 0,-7 0 0,-1-2 0,-6-1 0,1 1 0,-4-2 0,-4 1 0,-4 0 0,-3 0 0,-2-1 0,-1 1 0,0 0 0,-1 0 0,0 0 0,0 0 0,1 0 0,-1 0 0,13 0 0,5 0 0,1 0 0,-3 0 0,3 0 0,1 0 0,9 0 0,-3 0 0,13 0 0,-5 0 0,12 0 0,4 0 0,5 0 0,3 0 0,7 0 0,1 0 0,-6 0 0,-1 0 0,-8 0 0,-11 0 0,-7-6 0,1 0 0,-1 0 0,-1 1 0,-1 1 0,0 2 0,-1 1 0,-6 0 0,-6 1 0,0 0 0,6 1 0,-2-1 0,2 0 0,-5 0 0,-4 0 0,1 0 0,-4 0 0,-2 0 0,2 0 0,4 0 0,-2 0 0,4 0 0,2 0 0,-2 0 0,-3 0 0,-5 0 0,-3 0 0,3 0 0,4 0 0,-2 0 0,-1 0 0,9 0 0,-2 0 0,3 0 0,-3 0 0,-4 0 0,2 0 0,-4 0 0,-2 0 0,-3 0 0,-3-5 0,4-1 0,5 0 0,-1 1 0,-1 2 0,-2 0 0,-3 2 0,-2 1 0,-1 0 0,-2 0 0,0 0 0,-1 0 0,0 0 0,1 1 0,11-1 0,0 0 0,1 0 0,-3 0 0,-2 0 0,-2 0 0,-3 0 0,-1 0 0,-1 0 0,-6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49:32.122"/>
    </inkml:context>
    <inkml:brush xml:id="br0">
      <inkml:brushProperty name="width" value="0.05" units="cm"/>
      <inkml:brushProperty name="height" value="0.05" units="cm"/>
      <inkml:brushProperty name="color" value="#AE198D"/>
      <inkml:brushProperty name="inkEffects" value="galaxy"/>
      <inkml:brushProperty name="anchorX" value="-160977.67188"/>
      <inkml:brushProperty name="anchorY" value="-21285.96094"/>
      <inkml:brushProperty name="scaleFactor" value="0.5"/>
    </inkml:brush>
  </inkml:definitions>
  <inkml:trace contextRef="#ctx0" brushRef="#br0">0 114 24575,'9871'-114'0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49:44.976"/>
    </inkml:context>
    <inkml:brush xml:id="br0">
      <inkml:brushProperty name="width" value="0.05" units="cm"/>
      <inkml:brushProperty name="height" value="0.05" units="cm"/>
      <inkml:brushProperty name="color" value="#AE198D"/>
      <inkml:brushProperty name="inkEffects" value="galaxy"/>
      <inkml:brushProperty name="anchorX" value="-212053.73438"/>
      <inkml:brushProperty name="anchorY" value="-27508.90625"/>
      <inkml:brushProperty name="scaleFactor" value="0.5"/>
    </inkml:brush>
  </inkml:definitions>
  <inkml:trace contextRef="#ctx0" brushRef="#br0">0 31 24575,'0'0'0,"15"0"0,11 0 0,15 0 0,20 0 0,2 0 0,20 0 0,6 0 0,10 0 0,-5 0 0,-1 0 0,-13 0 0,2 0 0,0 0 0,6 0 0,2 0 0,7 0 0,0 0 0,10 0 0,-1 0 0,-9 0 0,-3 0 0,-17 0 0,-2 0 0,-1 0 0,-5 0 0,-2 0 0,-4 0 0,-2 0 0,-2 0 0,-1 0 0,5 0 0,6 0 0,11 0 0,0 0 0,9 0 0,2 0 0,12 0 0,-6 0 0,-1 0 0,-3 0 0,-14 0 0,-3 0 0,5 0 0,2 0 0,2-6 0,1 0 0,1 0 0,-5 1 0,5 2 0,6 1 0,-4 0 0,-1 2 0,-1 0 0,-12 0 0,-1 0 0,-6 0 0,-9 1 0,-3-1 0,-9 0 0,-5 0 0,0 0 0,-4 0 0,-2 0 0,-3 0 0,-2 0 0,-1 0 0,-13 0 0,-6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49:46.346"/>
    </inkml:context>
    <inkml:brush xml:id="br0">
      <inkml:brushProperty name="width" value="0.05" units="cm"/>
      <inkml:brushProperty name="height" value="0.05" units="cm"/>
      <inkml:brushProperty name="color" value="#AE198D"/>
      <inkml:brushProperty name="inkEffects" value="galaxy"/>
      <inkml:brushProperty name="anchorX" value="-217979.5"/>
      <inkml:brushProperty name="anchorY" value="-28496.27148"/>
      <inkml:brushProperty name="scaleFactor" value="0.5"/>
    </inkml:brush>
  </inkml:definitions>
  <inkml:trace contextRef="#ctx0" brushRef="#br0">1 237 24575,'0'0'0,"24"-5"0,45-2 0,8 1 0,17-4 0,18 0 0,0 2 0,-1 2 0,-5 2 0,5 2 0,1 1 0,3 0 0,-11 2 0,-6-1 0,0 0 0,3 1 0,-3-1 0,4 0 0,3 0 0,15 0 0,9 0 0,8 0 0,17 0 0,14 0 0,2 0 0,4 0 0,-16 0 0,-6 0 0,-12 0 0,-9 0 0,-2 0 0,12-5 0,16-7 0,14 0 0,20-11 0,3-3-1053,6-3 1354,-9 4-452,0 6 151,-22 5 0,-16 6 0,-15 4 0,-18 3 0,-13 1 0,-10 1 0,-19 0 0,-10 0 0,-13 0 1054,-5 0-1355,-1-1 451,0 0-150,13 0 0,8 0 0,9 0 0,4 0 0,4 0 0,1 0 0,-5 0 0,-6 0 0,-6 0 0,-6 0 0,2 0 0,-8 0 0,-2 0 0,10 0 0,-5 0 0,-1 0 0,-7 0 0,4 0 0,0 0 0,1 0 0,-1 0 0,7 0 0,-6 0 0,-1 0 0,-7 0 0,-6 0 0,-1 0 0,-3 0 0,1 0 0,-2 0 0,3 0 0,9 0 0,-2 0 0,4 0 0,0 0 0,-4 0 0,-5 0 0,-5 0 0,-5 0 0,-3 0 0,-2 0 0,10 0 0,0 0 0,-1 0 0,-1 0 0,-3 0 0,-2 0 0,-2 0 0,-1 0 0,-1 0 0,-1 0 0,-17 6 0,-6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49:47.236"/>
    </inkml:context>
    <inkml:brush xml:id="br0">
      <inkml:brushProperty name="width" value="0.05" units="cm"/>
      <inkml:brushProperty name="height" value="0.05" units="cm"/>
      <inkml:brushProperty name="color" value="#AE198D"/>
      <inkml:brushProperty name="inkEffects" value="galaxy"/>
      <inkml:brushProperty name="anchorX" value="-227789.85938"/>
      <inkml:brushProperty name="anchorY" value="-29293.42773"/>
      <inkml:brushProperty name="scaleFactor" value="0.5"/>
    </inkml:brush>
  </inkml:definitions>
  <inkml:trace contextRef="#ctx0" brushRef="#br0">1 0 24575,'0'0'0,"24"0"0,50 11 0,32 1 0,35 0 0,17-2 0,13-3 0,17-3 0,9 4-1918,12-1 2466,14-1-822,1-1 274,-6-2 0,-6-2 0,-15 0 0,-10-1 0,-26 0 124,-11 0-159,-20 0 53,-21-1-18,-24 1 0,-22 0 0,-15 0 0,-12 0 1431,-7 0-1840,-3 0 976,-2 0-671,-5 0 156</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49:48.254"/>
    </inkml:context>
    <inkml:brush xml:id="br0">
      <inkml:brushProperty name="width" value="0.05" units="cm"/>
      <inkml:brushProperty name="height" value="0.05" units="cm"/>
      <inkml:brushProperty name="color" value="#AE198D"/>
      <inkml:brushProperty name="inkEffects" value="galaxy"/>
      <inkml:brushProperty name="anchorX" value="-232215.78125"/>
      <inkml:brushProperty name="anchorY" value="-30395.30664"/>
      <inkml:brushProperty name="scaleFactor" value="0.5"/>
    </inkml:brush>
  </inkml:definitions>
  <inkml:trace contextRef="#ctx0" brushRef="#br0">0 0 24575,'0'0'0,"30"0"0,68 0 0,66 0 0,41 0 0,41 0-3315,20 6 4262,-8 6-1420,-4 0 473,-2 4 0,-18-1 0,1 8 0,-21-3 0,-19-3 0,-18-4 0,-4-5 456,-9-4-587,-12-2 197,-7-1-66,9-2 0,-2 0 0,0 0 0,5 1 0,-3-1 0,-12 1 0,-9 0 681,-14-1-876,-17 1 292,2 0-97,-7 0 1684,-3 1-2165,-14-1 1216,-8 0-876,-14 0 211,-10 0-70,-10 0 0,-10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49:49.984"/>
    </inkml:context>
    <inkml:brush xml:id="br0">
      <inkml:brushProperty name="width" value="0.05" units="cm"/>
      <inkml:brushProperty name="height" value="0.05" units="cm"/>
      <inkml:brushProperty name="color" value="#AE198D"/>
      <inkml:brushProperty name="inkEffects" value="galaxy"/>
      <inkml:brushProperty name="anchorX" value="-238577.32813"/>
      <inkml:brushProperty name="anchorY" value="-31555.85742"/>
      <inkml:brushProperty name="scaleFactor" value="0.5"/>
    </inkml:brush>
  </inkml:definitions>
  <inkml:trace contextRef="#ctx0" brushRef="#br0">1 118 24575,'0'0'0,"24"-4"0,56-3 0,66 1 0,43 1 0,38 2-2924,17 0 3760,2 2-1254,-5 1 418,-10 0 0,-4 0 0,-19 0 0,-1 0 0,-10 0 0,-14 1 0,-17-1 397,-6 0-510,-14 0 170,-4 0-57,-14 0 0,10 0 605,-10 0-778,20 0 260,31-6-87,16 0 0,11 0-984,5 1 1265,-10 2-421,-31 1 140,-26 1 0,-23 0 1415,-24 1-1819,-6 0 1025,-6-5-740,-2-1 179,-7 0-60,-5-4 1069,-4 0-1375,-11 2 459,-8 2-153,-8 1 0,-5 3 0,1 1 0,-1 1 0,-2 0 0,-1 0 0,-1 1 0,-1-1 0,-1 0 0,0 0 0,-1 1 0,-22-1 0,-36 6 0,-52 5 0,-3 1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49:50.888"/>
    </inkml:context>
    <inkml:brush xml:id="br0">
      <inkml:brushProperty name="width" value="0.05" units="cm"/>
      <inkml:brushProperty name="height" value="0.05" units="cm"/>
      <inkml:brushProperty name="color" value="#AE198D"/>
      <inkml:brushProperty name="inkEffects" value="galaxy"/>
      <inkml:brushProperty name="anchorX" value="-245667.29688"/>
      <inkml:brushProperty name="anchorY" value="-32485.92188"/>
      <inkml:brushProperty name="scaleFactor" value="0.5"/>
    </inkml:brush>
  </inkml:definitions>
  <inkml:trace contextRef="#ctx0" brushRef="#br0">1 323 24575,'0'0'0,"29"0"0,52 0 0,54 0 0,52 0 0,45 0 0,54 0-3182,21 0 4091,22 0-1364,-10 0-1615,5-6 2662,-7-11-888,-8-1 296,11-4 0,0-3 0,-4-8 0,-18-1 0,-12 5 0,-18 0-1650,-25 2 2122,-29 7-708,-14-2 236,-26 6-357,-20 5 459,-27 4-153,-31 3 1934,-25 2-2421,-21 2 3612,-18 0-3876</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49:52.866"/>
    </inkml:context>
    <inkml:brush xml:id="br0">
      <inkml:brushProperty name="width" value="0.05" units="cm"/>
      <inkml:brushProperty name="height" value="0.05" units="cm"/>
      <inkml:brushProperty name="color" value="#AE198D"/>
      <inkml:brushProperty name="inkEffects" value="galaxy"/>
      <inkml:brushProperty name="anchorX" value="-252707.5"/>
      <inkml:brushProperty name="anchorY" value="-33180.86719"/>
      <inkml:brushProperty name="scaleFactor" value="0.5"/>
    </inkml:brush>
  </inkml:definitions>
  <inkml:trace contextRef="#ctx0" brushRef="#br0">1 1 24575,'0'0'0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0:00.705"/>
    </inkml:context>
    <inkml:brush xml:id="br0">
      <inkml:brushProperty name="width" value="0.05" units="cm"/>
      <inkml:brushProperty name="height" value="0.05" units="cm"/>
      <inkml:brushProperty name="color" value="#AE198D"/>
      <inkml:brushProperty name="inkEffects" value="galaxy"/>
      <inkml:brushProperty name="anchorX" value="-38115.70313"/>
      <inkml:brushProperty name="anchorY" value="-4633.32764"/>
      <inkml:brushProperty name="scaleFactor" value="0.5"/>
    </inkml:brush>
  </inkml:definitions>
  <inkml:trace contextRef="#ctx0" brushRef="#br0">0 8 24575,'26269'0'0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0:08.675"/>
    </inkml:context>
    <inkml:brush xml:id="br0">
      <inkml:brushProperty name="width" value="0.05" units="cm"/>
      <inkml:brushProperty name="height" value="0.05" units="cm"/>
      <inkml:brushProperty name="color" value="#AE198D"/>
      <inkml:brushProperty name="inkEffects" value="galaxy"/>
      <inkml:brushProperty name="anchorX" value="-57812.05859"/>
      <inkml:brushProperty name="anchorY" value="-6894.93213"/>
      <inkml:brushProperty name="scaleFactor" value="0.5"/>
    </inkml:brush>
  </inkml:definitions>
  <inkml:trace contextRef="#ctx0" brushRef="#br0">1 206 24575,'0'0'0,"5"0"0,7 0 0,11 0 0,6 0 0,2 0 0,8 0 0,0 0 0,-1 0 0,4 0 0,10 0 0,-3 0 0,-2 0 0,2 0 0,1 0 0,7 0 0,9 0 0,1 0 0,12 0 0,-1 0 0,-3 0 0,-3 0 0,-11 0 0,-10 0 0,-8 0 0,-7 0 0,7 0 0,9 0 0,5 0 0,9 0 0,7 0 0,1-6 0,3 0 0,9-1 0,2 2 0,-3 2 0,-6 0 0,-12 2 0,-1 1 0,-4 0 0,-1 0 0,-2 0 0,-1 0 0,-6 0 0,-1 1 0,-6-1 0,8 0 0,12 0 0,15-6 0,1 0 0,11-5 0,1 0 0,-5-4 0,-1 2 0,-2 2 0,-6-2 0,-11 2 0,-7 3 0,-9 2 0,-3-3 0,-1 1 0,-4 2 0,2 1 0,-4 2 0,14 1 0,3 1 0,-2 1 0,6 0 0,5 1 0,-5-1 0,16 0 0,4 0 0,4 1 0,-3-1 0,0 0 0,0 0 0,-11 0 0,5 0 0,2 0 0,-4 0 0,2 0 0,8 0 0,13 0 0,8 5 0,0 1 0,-2 0 0,-4-1 0,-5-2 0,-10 0 0,-2-2 0,-15-1 0,7 0 0,0 0 0,4-6 0,-4 0 0,8 0 0,2 1 0,-4-4 0,1 0 0,0 2 0,0 1 0,-4 2 0,0 2 0,-5 1 0,-5 1 0,3 0 0,-4 0 0,8 1 0,-1-1 0,-2 0 0,1 1 0,3-1 0,-3 6 0,-9 0 0,-5 0 0,3-1 0,-1-1 0,5-2 0,-6-1 0,4 5 0,-2 0 0,-6 0 0,-1-1 0,9-2 0,-4-1 0,0-1 0,-8-1 0,5 6 0,6 0 0,-5-1 0,6 0 0,10-2 0,-6-1 0,-7-1 0,-4 6 0,-8-1 0,-7-1 0,0 0 0,-4-2 0,3-1 0,-3-1 0,3 0 0,5-1 0,-3-1 0,-3 1 0,3 0 0,2 0 0,4 0 0,3 0 0,7 5 0,-3 1 0,6 0 0,1 4 0,-7 0 0,-1-2 0,-1-2 0,-1-2 0,13-2 0,1 5 0,0 0 0,5-1 0,-3 4 0,-8-1 0,3-1 0,-8-2 0,10-2 0,4-2 0,7-1 0,-1-1 0,2 0 0,-10 0 0,2-1 0,-4 1 0,-8 0 0,-4-1 0,-1 1 0,-6 0 0,0 0 0,-4 0 0,1 0 0,-4 0 0,9 0 0,-3 0 0,-2 0 0,-5 0 0,-3 0 0,-4 0 0,-3 0 0,-1 0 0,0 0 0,-1 0 0,0 0 0,0 0 0,1 0 0,5 0 0,1 0 0,5 0 0,0 0 0,4 0 0,4 0 0,3 0 0,-3 0 0,-3 0 0,-5 0 0,1 0 0,-3 0 0,-2 0 0,4 0 0,3 0 0,-1 0 0,-2 0 0,-3 0 0,-2 0 0,-3 0 0,-2 0 0,-1 0 0,5 0 0,1 0 0,-1 0 0,-1 0 0,-1 0 0,-1 0 0,-1 0 0,-1 0 0,0 0 0,0 0 0,-1 0 0,1 0 0,5 0 0,1 0 0,0 0 0,-2 0 0,-1 0 0,0 0 0,-2 0 0,-1 0 0,-5 6 0,-2 0 0,1 0 0,-5-1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0:20.582"/>
    </inkml:context>
    <inkml:brush xml:id="br0">
      <inkml:brushProperty name="width" value="0.05" units="cm"/>
      <inkml:brushProperty name="height" value="0.05" units="cm"/>
      <inkml:brushProperty name="color" value="#AE198D"/>
      <inkml:brushProperty name="inkEffects" value="galaxy"/>
      <inkml:brushProperty name="anchorX" value="-72425.03906"/>
      <inkml:brushProperty name="anchorY" value="-7961.86719"/>
      <inkml:brushProperty name="scaleFactor" value="0.5"/>
    </inkml:brush>
  </inkml:definitions>
  <inkml:trace contextRef="#ctx0" brushRef="#br0">1 0 24575,'0'0'0,"14"0"0,35 0 0,16 0 0,14 0 0,20 6 0,5 0 0,7 0 0,-9-1 0,-4-2 0,7-1 0,-9 0 0,-15-2 0,-8 0 0,-9 0 0,6 0 0,33 0 0,17-1 0,27 1 0,9 0 0,22 0 0,6 0 0,-3 0-717,-2 0 922,-1 0-308,-26 0 103,-19 0 0,-24 0 0,-3 6 0,-15 0 0,-4 5 0,-10 0 0,-12-2 0,-6 4 0,-4-2 718,-7-3-923,-1 4 307,2-2-102,-5-2 0,-3 3 0,-4-1 0,-4-2 0,-1-2 0,-3-2 0,0-2 0,5-2 0,0 1 0,6-2 0,10 1 0,0-1 0,-2 1 0,-5 0 0,-4 0 0,-10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0:22.270"/>
    </inkml:context>
    <inkml:brush xml:id="br0">
      <inkml:brushProperty name="width" value="0.05" units="cm"/>
      <inkml:brushProperty name="height" value="0.05" units="cm"/>
      <inkml:brushProperty name="color" value="#AE198D"/>
      <inkml:brushProperty name="inkEffects" value="galaxy"/>
      <inkml:brushProperty name="anchorX" value="-77766.92969"/>
      <inkml:brushProperty name="anchorY" value="-9151.00977"/>
      <inkml:brushProperty name="scaleFactor" value="0.5"/>
    </inkml:brush>
  </inkml:definitions>
  <inkml:trace contextRef="#ctx0" brushRef="#br0">1 1 24575,'0'0'0,"9"0"0,28 0 0,21 0 0,17 0 0,15 0 0,13 0 0,2 0 0,-7 0 0,-10 0 0,-9 0 0,2 0 0,6 0 0,8 0 0,1 0 0,7 0 0,3 0 0,4 0 0,-15 0 0,-4 0 0,-10 0 0,-9 0 0,-1 0 0,14 0 0,2 0 0,-1 0 0,-1 0 0,7 0 0,16 0 0,13 0 0,11 0 0,8 0 0,9 0 0,-8 0 0,-5 0 0,-25 0 0,-23 0 0,-17 0 0,-16 0 0,-1 0 0,-2 0 0,-5 0 0,7 0 0,-5 0 0,8 0 0,7 0 0,14 0 0,-6 0 0,4 0 0,3 0 0,-4 0 0,2 0 0,-3 0 0,0 0 0,-8 0 0,-4 0 0,-3 0 0,-8 0 0,-6 0 0,-1 0 0,-4 0 0,2 0 0,9 0 0,4 0 0,-3 0 0,-4 0 0,-5 0 0,-6 0 0,-3 0 0,-9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0:26.135"/>
    </inkml:context>
    <inkml:brush xml:id="br0">
      <inkml:brushProperty name="width" value="0.05" units="cm"/>
      <inkml:brushProperty name="height" value="0.05" units="cm"/>
      <inkml:brushProperty name="color" value="#AE198D"/>
      <inkml:brushProperty name="inkEffects" value="galaxy"/>
      <inkml:brushProperty name="anchorX" value="-84036.17969"/>
      <inkml:brushProperty name="anchorY" value="-10167.00977"/>
      <inkml:brushProperty name="scaleFactor" value="0.5"/>
    </inkml:brush>
  </inkml:definitions>
  <inkml:trace contextRef="#ctx0" brushRef="#br0">1 88 24575,'0'0'0,"5"0"0,13-6 0,6 0 0,15 0 0,10 1 0,1 2 0,3 1 0,13 0 0,-4 2 0,7 0 0,-7 0 0,4 0 0,3-5 0,6-1 0,-8 0 0,10 2 0,2 0 0,-8 2 0,2 1 0,-10 0 0,3 1 0,-3 0 0,4 1 0,0-1 0,3 0 0,-6 0 0,3 0 0,-3 0 0,17 0 0,-2 0 0,5 0 0,1 0 0,1 0 0,2 0 0,10 0 0,1 0 0,0 0 0,3 0 0,-2 0 0,-8 0 0,7 0 0,4 0 0,-1 0 0,-3 0 0,-8 0 0,7 0 0,-1 0 0,4 0 0,-2 0 0,-2 0 0,-3 0 0,-3 0 0,4 0 0,-1 0 0,-8 0 0,-12 0 0,9 0 0,1 0 0,2 0 0,1 0 0,1 0 0,0 0 0,-1 0 0,1 0 0,4 0 0,-4 0 0,4 0 0,0 0 0,-1 0 0,4 0 0,1 0 0,3 0 0,-6 0 0,8 0 0,5 0 0,-2 0 0,-8 0 0,-5 0 0,-3 0 0,-3 0 0,0 0 0,-1 0 0,1 6 0,1 0 0,-1 0 0,7-1 0,-5-2 0,-6-1 0,-1 0 0,-12-2 0,0 0 0,-3 0 0,3 0 0,4-1 0,4 1 0,-1 0 0,2 0 0,3 0 0,2 0 0,2 0 0,-5 0 0,-4 0 0,0 0 0,1 0 0,-9 0 0,8 0 0,-4 0 0,-1 0 0,2 0 0,9 0 0,-2 0 0,8 0 0,8 0 0,-5 0 0,-6-6 0,-7 0 0,-1 0 0,-6 2 0,-9 0 0,-10 2 0,-3 1 0,-6 0 0,-5 1 0,-3 0 0,-3 1 0,-1-1 0,-2 0 0,0 0 0,0 0 0,0 0 0,0 0 0,6 0 0,1 0 0,-1 0 0,0 0 0,4 0 0,0 0 0,-8-5 0,-2-1 0,5 0 0,-1 1 0,0 2 0,0 0 0,-1 2 0,-1 1 0,-1 0 0,1 0 0,-1 0 0,0 0 0,-1 0 0,1 1 0,0-1 0,-1 0 0,1 0 0,0 0 0,0 0 0,-6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0:54.243"/>
    </inkml:context>
    <inkml:brush xml:id="br0">
      <inkml:brushProperty name="width" value="0.05" units="cm"/>
      <inkml:brushProperty name="height" value="0.05" units="cm"/>
      <inkml:brushProperty name="color" value="#AE198D"/>
      <inkml:brushProperty name="inkEffects" value="galaxy"/>
      <inkml:brushProperty name="anchorX" value="-95785.41406"/>
      <inkml:brushProperty name="anchorY" value="-11097.13281"/>
      <inkml:brushProperty name="scaleFactor" value="0.5"/>
    </inkml:brush>
  </inkml:definitions>
  <inkml:trace contextRef="#ctx0" brushRef="#br0">0 290 24575,'0'0'0,"20"-5"0,41-2 0,21-5 0,31 2 0,13 0 0,6 3 0,0 3 0,-14 1 0,-22 2 0,-9 0 0,-7 1 0,-2 1 0,0-1 0,2 1 0,-4-1 0,8 0 0,1 0 0,-4 0 0,-5 0 0,0 0 0,7 0 0,-3 0 0,1 6 0,2 0 0,-5 0 0,1-1 0,1-2 0,12 5 0,-2-1 0,6 0 0,-1-3 0,-1 0 0,-1 3 0,14 0 0,-5-1 0,-3-1 0,3-2 0,-10 5 0,9-1 0,-8 0 0,-2-2 0,-3-2 0,-1-1 0,-1-1 0,-11 0 0,4-1 0,2 5 0,-5 1 0,-4-1 0,-4 0 0,-10 4 0,-3-1 0,-2-1 0,-6-2 0,1-1 0,-6-2 0,-3-1 0,3-1 0,-4 0 0,4 0 0,4 5 0,-2 1 0,8-1 0,-2 0 0,-4-2 0,2-1 0,-5 0 0,2-2 0,2 0 0,-2 0 0,2 0 0,-3 0 0,7-1 0,9 1 0,-3 6 0,7 0 0,6 0 0,-6-2 0,-1 0 0,3-2 0,-2-1 0,-1 0 0,-6-1 0,-8 0 0,-2 0 0,1-1 0,-5 1 0,-3 0 0,3 0 0,7 0 0,5 0 0,8 0 0,3 0 0,5 0 0,6 0 0,9 0 0,-8 0 0,-4 0 0,-12 0 0,-4 0 0,-3 0 0,-2 0 0,-5 0 0,-6 0 0,-4 0 0,7-6 0,9 0 0,-1 0 0,3 1 0,0-4 0,7 1 0,1-5 0,-7 2 0,6 2 0,-7 2 0,-7 2 0,-6 3 0,0-5 0,-4 1 0,3 0 0,3-4 0,-2 1 0,3-5 0,-3 2 0,9-3 0,8 2 0,3 2 0,1 4 0,-5 3 0,-3-4 0,0 1 0,10-5 0,2 2 0,-6-5 0,4 3 0,-2 2 0,-7 3 0,-1 2 0,-2 3 0,0 1 0,0 1 0,-4 0 0,0-5 0,1-1 0,-4 0 0,1 1 0,-4 2 0,-3 1 0,-5 1 0,-3 0 0,9 1 0,-1 0 0,0 0 0,2 1 0,-2-1 0,4 0 0,-4 0 0,-2 0 0,-3 0 0,-3 0 0,-2 0 0,5 0 0,-1-6 0,-1 0 0,-1 1 0,-1 0 0,-1 1 0,-2 2 0,1 1 0,-2 0 0,1 1 0,0 0 0,-1 1 0,1-1 0,0 0 0,5 0 0,7-5 0,-1-1 0,6 0 0,-3 1 0,3 2 0,3 0 0,-3 2 0,-4 1 0,-3 0 0,-4 0 0,-3 0 0,-2 0 0,4 0 0,0 1 0,0-1 0,-1 0 0,-1-6 0,-1 0 0,-2 0 0,1 2 0,-1 0 0,-1 2 0,12-5 0,1 0 0,0 1 0,-3 2 0,-8-5 0,-2 1 0,-3 1 0,0 2 0,0 2 0,2 0 0,0 3 0,1-1 0,0 1 0,-5 1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0:59.054"/>
    </inkml:context>
    <inkml:brush xml:id="br0">
      <inkml:brushProperty name="width" value="0.05" units="cm"/>
      <inkml:brushProperty name="height" value="0.05" units="cm"/>
      <inkml:brushProperty name="color" value="#AE198D"/>
      <inkml:brushProperty name="inkEffects" value="galaxy"/>
      <inkml:brushProperty name="anchorX" value="-86904.23438"/>
      <inkml:brushProperty name="anchorY" value="-9459.44043"/>
      <inkml:brushProperty name="scaleFactor" value="0.5"/>
    </inkml:brush>
  </inkml:definitions>
  <inkml:trace contextRef="#ctx0" brushRef="#br0">0 0 24575,'8342'203'0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1:20.517"/>
    </inkml:context>
    <inkml:brush xml:id="br0">
      <inkml:brushProperty name="width" value="0.05" units="cm"/>
      <inkml:brushProperty name="height" value="0.05" units="cm"/>
      <inkml:brushProperty name="color" value="#AE198D"/>
      <inkml:brushProperty name="inkEffects" value="galaxy"/>
      <inkml:brushProperty name="anchorX" value="-102659.82031"/>
      <inkml:brushProperty name="anchorY" value="-10993.36426"/>
      <inkml:brushProperty name="scaleFactor" value="0.5"/>
    </inkml:brush>
  </inkml:definitions>
  <inkml:trace contextRef="#ctx0" brushRef="#br0">1 35 24575,'19140'0'0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1:27.957"/>
    </inkml:context>
    <inkml:brush xml:id="br0">
      <inkml:brushProperty name="width" value="0.05" units="cm"/>
      <inkml:brushProperty name="height" value="0.05" units="cm"/>
      <inkml:brushProperty name="color" value="#AE198D"/>
      <inkml:brushProperty name="inkEffects" value="galaxy"/>
      <inkml:brushProperty name="anchorX" value="-108754.24219"/>
      <inkml:brushProperty name="anchorY" value="-11727.2832"/>
      <inkml:brushProperty name="scaleFactor" value="0.5"/>
    </inkml:brush>
  </inkml:definitions>
  <inkml:trace contextRef="#ctx0" brushRef="#br0">0 2 24575,'21071'0'0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1:53.217"/>
    </inkml:context>
    <inkml:brush xml:id="br0">
      <inkml:brushProperty name="width" value="0.05" units="cm"/>
      <inkml:brushProperty name="height" value="0.05" units="cm"/>
      <inkml:brushProperty name="color" value="#AE198D"/>
      <inkml:brushProperty name="inkEffects" value="galaxy"/>
      <inkml:brushProperty name="anchorX" value="-152692.01563"/>
      <inkml:brushProperty name="anchorY" value="-15646.46777"/>
      <inkml:brushProperty name="scaleFactor" value="0.5"/>
    </inkml:brush>
  </inkml:definitions>
  <inkml:trace contextRef="#ctx0" brushRef="#br0">1 30 24575,'0'0'0,"15"0"0,34 0 0,15 0 0,21 0 0,21 0 0,3 0 0,1 0 0,-16 0 0,-6 0 0,-4 0 0,-2 0 0,0 0 0,6 0 0,1 0 0,13 0 0,24 0 0,22 0 0,9 0 0,27 0 0,-10 0 0,-5 0-683,-14 0 878,-1 0-293,-10 0 98,-21 0 0,-18 0 0,-19 0 0,-13 0 0,-4 0 0,-5 0 0,-3 0 0,-8 0 684,-2 0-879,-5 0 292,6 0-97,1 0 0,3 0 0,7 0 0,7 0 0,-5 0 0,-2 0 0,-8 0 0,-2 0 0,5 0 0,-5 0 0,12 0 0,7 0 0,0 0 0,-1 0 0,3 0 0,-9 0 0,-2 0 0,-10 0 0,4 0 0,-1 0 0,-4 0 0,-1 0 0,2 0 0,0 0 0,1 0 0,-4 0 0,12 0 0,2 0 0,0 0 0,0 0 0,5 0 0,-2 0 0,-7 0 0,10 0 0,3 0 0,6-6 0,-3 0 0,4 0 0,1 2 0,-10 0 0,7 2 0,-5 1 0,-8 0 0,-4 1 0,-9 0 0,4 1 0,5-1 0,13 0 0,1 0 0,0 0 0,-4 6 0,-9 0 0,1 0 0,-8-1 0,-1-2 0,-6-1 0,5 5 0,2 0 0,-5-1 0,2-2 0,6-1 0,2 5 0,6-1 0,1-1 0,0-1 0,3-2 0,-7-1 0,-3-1 0,-1 0 0,-2-1 0,-1-1 0,6 1 0,1 5 0,0 1 0,4 5 0,-6 0 0,-1-2 0,-8-2 0,-6 4 0,-2-2 0,-4-1 0,3-3 0,2 4 0,4-1 0,4-1 0,7-2 0,-3-2 0,6 4 0,0 0 0,6-1 0,-1-1 0,4 4 0,-1-2 0,3 0 0,-3-2 0,-2-1 0,13-2 0,4-1 0,3-1 0,-4 0 0,0 0 0,-1-1 0,-5 1 0,-6 0 0,0-1 0,-10 1 0,9 0 0,3 0 0,4 0 0,-2 0 0,8 0 0,-4 0 0,1 0 0,1 0 0,1 0 0,-5 0 0,-5 0 0,-11 0 0,-5 0 0,-9 0 0,-1 0 0,5 0 0,-3 0 0,-4 0 0,1 0 0,-4 0 0,2 0 0,-4 0 0,3 0 0,-2 0 0,2 0 0,3 0 0,-2 0 0,3 0 0,7 0 0,-2 0 0,12 0 0,8 0 0,0 0 0,5 0 0,3 0 0,-4 0 0,-3 0 0,-12 0 0,2 0 0,3 0 0,-7 0 0,11 0 0,-2 0 0,-7 0 0,-2-5 0,4-1 0,-8 0 0,6 1 0,5-4 0,5 1 0,6-5 0,-1 2 0,-4-5 0,-4 3 0,-4-3 0,-9 3 0,3 2 0,0 4 0,-7 2 0,0-3 0,-5 1 0,-5 2 0,-6 0 0,-2 2 0,2-4 0,-1 0 0,-1 1 0,-1 2 0,-2 1 0,5 1 0,-1 1 0,0 0 0,-1 1 0,-2 1 0,-1-1 0,-1 0 0,-1 0 0,0 1 0,0-1 0,-1-6 0,1 0 0,5 0 0,1 1 0,0 2 0,-2 1 0,0 0 0,-2 2 0,-1 0 0,-1 0 0,0 0 0,0 0 0,0 1 0,-1-1 0,1 0 0,-1 0 0,1 0 0,0 0 0,0 0 0,0 0 0,-1 0 0,1 0 0,0 0 0,0 0 0,0 0 0,0 0 0,-6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1:58.302"/>
    </inkml:context>
    <inkml:brush xml:id="br0">
      <inkml:brushProperty name="width" value="0.05" units="cm"/>
      <inkml:brushProperty name="height" value="0.05" units="cm"/>
      <inkml:brushProperty name="color" value="#AE198D"/>
      <inkml:brushProperty name="inkEffects" value="galaxy"/>
      <inkml:brushProperty name="anchorX" value="-169117.20313"/>
      <inkml:brushProperty name="anchorY" value="-16662.4668"/>
      <inkml:brushProperty name="scaleFactor" value="0.5"/>
    </inkml:brush>
  </inkml:definitions>
  <inkml:trace contextRef="#ctx0" brushRef="#br0">6012 1619 24575,'0'0'0,"14"0"0,35 0 0,33 6 0,55 0 0,39 0 0,42-1 0,8-2-2374,10 5 3052,-14-1-1017,-8 0 339,-17-2 0,-23-2 0,-9 4 513,-22 0-660,-17 0 221,-22-3-74,-12 0 0,-14-3 0,-9 0 0,5 0 1799,2-1-2313,-8-1 833,3 1-337,2 0 27,-8 0-9,3-1 0,9 1 0,-8 0 0,10 0 0,3 0 0,-4 0 0,3 0 0,6 0 0,-10 0 0,1 0 0,-5 0 0,-5 0 0,-4 0 0,3 0 0,-8 0 0,10 0 0,-1 0 0,-7 0 0,5 0 0,2 0 0,6 0 0,10 0 0,10 0 0,3-5 0,-6-1 0,-1 0 0,-3 1 0,-1 2 0,-11 0 0,-13 2 0,-12 1 0,-3 0 0,-7 0 0,13 0 0,8 0 0,16 0 0,2 1 0,5 4 0,2 1 0,6 0 0,-4-1 0,10 4 0,6-1 0,6-1 0,-8-1 0,-5-3 0,-4-1 0,8 5 0,-2 0 0,-6-1 0,-10 4 0,-2-1 0,-2-1 0,1-2 0,2-2 0,-11-2 0,2-1 0,-6-1 0,-8 0 0,3 0 0,-2-1 0,-1 1 0,-5 0 0,4 0 0,0 0 0,1 0 0,0 0 0,6 0 0,0 0 0,-1 0 0,5 0 0,-2 0 0,-1 0 0,3 0 0,-1 0 0,4 0 0,3 0 0,-2 0 0,4 0 0,1 0 0,3 0 0,14 0 0,8 0 0,12-6 0,5 0 0,8 0 0,1 1 0,-8 2 0,-8 1 0,-3 0 0,4 2 0,-10 0 0,0 0 0,-5 6 0,-9 0 0,-16 0 0,-2-1 0,4-1 0,-2-2 0,2-1 0,4 0 0,1-1 0,20 0 0,2-1 0,7 1 0,3 0 0,2 0 0,7 0 0,-11 0 0,-12 0 0,-18 0 0,-12 0 0,-9 0 0,-10 0 0,-3 0 0,1 0 0,1 0 0,-4 0 0,-3 0 0,2 0 0,7 0 0,5 0 0,2-6 0,13 0 0,1 0 0,5-5 0,-2 2 0,-3-5 0,1-4 0,-2 2 0,-10 3 0,3 3 0,-3 4 0,-6 3 0,-2 2 0,0-5 0,-5 0 0,-6-5 0,-4 1 0,2 2 0,2 1 0,-6-3 0,-3 1 0,-3 2 0,-1 2 0,-1 2 0,-6-5 0,-6-10 0,-5-12 0,-5-10 0,-10-19 0,-13-19 0,-13-8 0,-5 4 0,-9 6 0,0 6 0,3 10 0,2 11 0,3 8 0,-2 6 0,1 10 0,-4-9 0,-4 1 0,-11-1 0,3 1 0,-8 0 0,-1 2 0,-1 1 0,7 7 0,-5 5 0,7 7 0,6-1 0,0 3 0,5 3 0,-1-4 0,3 1 0,-3 2 0,-8 2 0,-4 2 0,-15 1 0,-18 1 0,-13 1 0,-8 1 0,-1-1 0,-2 0 0,-1 1 0,0-1 0,16 0 0,7 0 0,10 0 0,-8 0 0,-5 0 0,-13 0 0,-35 6 0,-40 0 0,-20 5 0,-13 1-1297,-20 8 1668,-1 0-557,26-4 186,8-3 0,19 1 0,14-3 0,12-3 0,-5 3 0,0-2 0,2-2 0,14-2 0,5-1 0,14-3 0,7 0 0,0 5 0,-16-1 0,0 1 0,8-2 0,-3-1 0,-13 5 0,3 0 0,-3-2 0,5-1 0,12-1 0,0-2 0,16-1 0,15-1 0,13 0 1298,7 0-1669,0 0 556,6-1-185,-25 1 0,-10 0 0,-3 0 0,-4 0 0,-3 0 0,6 0 0,-2-6 0,-5 0 0,-13 0 0,5-5 0,0 1 0,-4-4 0,2 2 0,-3 2 0,2 3 0,2-3 0,8 2 0,-13 1 0,-17-4 0,-6 2 0,3 2 0,0-5 0,8 3 0,19-5 0,13 2 0,6 2 0,8 3 0,4 3 0,3-4 0,13 1 0,8 1 0,7 1 0,2-3 0,-2 0 0,-18-4 0,-17 1 0,-12 2 0,-8-4 0,-20 3 0,8 1 0,8 4 0,4 1 0,14 2 0,-4 1 0,0-5 0,-3 1 0,-2-1 0,-14-4 0,-1 1 0,-7-5 0,-5 2 0,4 2 0,-3 3 0,4 2 0,16 3 0,16 1 0,10 0 0,12 2 0,-2-1 0,0 1 0,4-1 0,-1 1 0,-8-1 0,-7 0 0,-1-6 0,-8 0 0,2 0 0,8 2 0,-8 0 0,1 2 0,3 1 0,7 0 0,3 1 0,3 0 0,-6-5 0,5-1 0,0 0 0,0-10 0,5 1 0,-5-5 0,-7-2 0,-2 2 0,-1 5 0,7 4 0,-3-1 0,5-3 0,-9 2 0,10-4 0,1 4 0,1 2 0,6 4 0,-1-4 0,-1 3 0,-8 1 0,9 3 0,-1 1 0,0-5 0,-2 1 0,-8 1 0,-1 1 0,3 2 0,2 1 0,5 1 0,12 1 0,6 0 0,4 0 0,2 0 0,-5 1 0,6-1 0,-2 0 0,-4 0 0,-2 6 0,0 6 0,-5 6 0,-5-1 0,0 3 0,8 2 0,-2 14 0,2 8 0,-4 2 0,7 9 0,2-2 0,-10 2 0,1 1 0,-1 0 0,9 1 0,8-6 0,8 1 0,1-1 0,-1 2 0,2-10 0,4 1 0,-4-5 0,3-3 0,2-3 0,9-2 0,7-2 0,8 0 0,6 0 0,4 10 0,3 7 0,6 6 0,14-2 0,-15-41 0,0 0 0,1 0 0,8 11 0,22 27 0,2 2 0,5-4 0,10-4 0,10 8 0,20 9 0,8-3 0,5 2 0,6 0 0,4-5 0,-1-1 0,2-5 0,-9-4 0,-4-6 0,-5-3 0,3-2 0,-6-8 0,5-6 0,-1-7 0,-11-4 0,4-4 0,-1-2 0,-3-1 0,22 0 0,9 0 0,-5 0 0,-2 0 0,-6-6 0,-9 1 0,-4 0 0,-2-5 0,-6 1 0,0-3 0,2 1 0,2-4 0,1 3 0,9-3 0,7 3 0,1 2 0,11-1 0,10-5 0,3 3 0,2 2 0,-7-2 0,-8 3 0,5 2 0,-1 3 0,-5-3 0,7 1 0,12 2 0,2 1 0,17-4 0,22-4 0,-3 0 0,0-3 0,-5 2 0,6 3 0,-9 3 0,-26 3 0,-29 2 0,-20 2 0,-16 1 0,-3 1 0,-4-1 0,-2 1 0,0-1 0,-6 1 0,5-1 0,1 0 0,1-6 0,7 0 0,5 0 0,1 1 0,-8-5 0,-8 2 0,-9 1 0,-7 1 0,-5 3 0,-4 1 0,-2 1 0,-1 1 0,0 0 0,6 0 0,1 1 0,0-1 0,-1 0 0,-1 0 0,5 0 0,-1 0 0,-1 0 0,-1 0 0,-1 0 0,-2 0 0,-1 0 0,-1 0 0,-1 0 0,1 0 0,-6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2:18.277"/>
    </inkml:context>
    <inkml:brush xml:id="br0">
      <inkml:brushProperty name="width" value="0.05" units="cm"/>
      <inkml:brushProperty name="height" value="0.05" units="cm"/>
      <inkml:brushProperty name="color" value="#AE198D"/>
      <inkml:brushProperty name="inkEffects" value="galaxy"/>
      <inkml:brushProperty name="anchorX" value="-213840.67188"/>
      <inkml:brushProperty name="anchorY" value="-27593.20117"/>
      <inkml:brushProperty name="scaleFactor" value="0.5"/>
    </inkml:brush>
  </inkml:definitions>
  <inkml:trace contextRef="#ctx0" brushRef="#br0">0 34 24575,'21937'0'0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2:45.442"/>
    </inkml:context>
    <inkml:brush xml:id="br0">
      <inkml:brushProperty name="width" value="0.05" units="cm"/>
      <inkml:brushProperty name="height" value="0.05" units="cm"/>
      <inkml:brushProperty name="color" value="#AE198D"/>
      <inkml:brushProperty name="inkEffects" value="galaxy"/>
      <inkml:brushProperty name="anchorX" value="-171948.29688"/>
      <inkml:brushProperty name="anchorY" value="-17764.37109"/>
      <inkml:brushProperty name="scaleFactor" value="0.5"/>
    </inkml:brush>
  </inkml:definitions>
  <inkml:trace contextRef="#ctx0" brushRef="#br0">1 1 24575,'0'0'0,"14"0"0,29 5 0,28 2 0,37-1 0,22-1 0,9-1 0,7-2 0,-3-1 0,1 0 0,-13-1 0,-6 0 0,-11-1 0,-10 7 0,-2-1 0,-5 1 0,2-1 0,3 4 0,-1-1 0,19-1 0,5-2 0,-4 5 0,-1-2 0,4-1 0,-1-2 0,-1 4 0,4-1 0,4 4 0,-1-1 0,4-2 0,-3-2 0,-9-3 0,-4-1 0,-2-2 0,-2 5 0,-6 0 0,-5-1 0,5 0 0,3 4 0,2 5 0,2-2 0,7 5 0,-10-2 0,-7 2 0,-6-3 0,0-4 0,-4-2 0,27-4 0,11-1 0,4-3 0,-1 0 0,-3 0 0,-11-1 0,-10 0 0,-9 1 0,-2-6 0,-10 0 0,2 0 0,-2 1 0,-12 1 0,4 2 0,0-5 0,1 1 0,7 0 0,-4 1 0,0-4 0,-6 1 0,-6 2 0,-12 0 0,-5 3 0,9 1 0,-7 1 0,1 1 0,-2 0 0,0 0 0,-1 1 0,0-1 0,0 0 0,6 0 0,1 0 0,-7 0 0,-6 0 0,-7 0 0,-7 0 0,-4 0 0,-3 0 0,-1 0 0,-7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2:49.500"/>
    </inkml:context>
    <inkml:brush xml:id="br0">
      <inkml:brushProperty name="width" value="0.05" units="cm"/>
      <inkml:brushProperty name="height" value="0.05" units="cm"/>
      <inkml:brushProperty name="color" value="#AE198D"/>
      <inkml:brushProperty name="inkEffects" value="galaxy"/>
      <inkml:brushProperty name="anchorX" value="-181248.3125"/>
      <inkml:brushProperty name="anchorY" value="-19012.19336"/>
      <inkml:brushProperty name="scaleFactor" value="0.5"/>
    </inkml:brush>
  </inkml:definitions>
  <inkml:trace contextRef="#ctx0" brushRef="#br0">0 57 24575,'0'0'0,"39"0"0,61 12 0,52-1 0,46 1 0,39 4 0,22 2-1356,-10-1 1744,-21-4-582,-12 3 194,-28-5 0,-24-1 0,-8-4 0,2 9 0,9-2 0,-14-1 0,15-2 0,-10-4 0,-2-2 0,-22-2 270,-26-1-347,-22-1 115,-3-1-38,-5 0 0,1 1 0,7 0 1022,-4-1-1314,2 1 502,6 0-228,-6 0 27,2 0-9,-7 0 0,-6 0 0,0 0 0,8 0 0,2 0 0,-8 0 0,1 0 0,-5 0 0,-4 0 0,-4 0 0,-8 0 0,9 0 0,6 0 0,0 0 0,4 0 0,-1 0 0,-9 0 0,-3 0 0,8 0 0,4 0 0,6 0 0,-8 0 0,-3 0 0,1 0 0,3 0 0,4 0 0,4 0 0,-3-6 0,-4 0 0,2 1 0,-5 0 0,3 1 0,-3 2 0,-8 1 0,-4 0 0,-8 1 0,-7 0 0,5 1 0,-3-1 0,9 0 0,7-5 0,3-7 0,2 0 0,-2-4 0,-7 1 0,-1-2 0,-8 2 0,-6 4 0,-5-2 0,-4 2 0,3 3 0,-1 2 0,-1 3 0,-2 1 0,-6-4 0,-2 0 0,-1-5 0,1 1 0,2 1 0,0 2 0,-4-3 0,0 1 0,1 2 0,1 2 0,-5 2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08:56.071"/>
    </inkml:context>
    <inkml:brush xml:id="br0">
      <inkml:brushProperty name="width" value="0.05" units="cm"/>
      <inkml:brushProperty name="height" value="0.05" units="cm"/>
      <inkml:brushProperty name="color" value="#AE198D"/>
      <inkml:brushProperty name="inkEffects" value="galaxy"/>
      <inkml:brushProperty name="anchorX" value="-148385.75"/>
      <inkml:brushProperty name="anchorY" value="-21213.77344"/>
      <inkml:brushProperty name="scaleFactor" value="0.5"/>
    </inkml:brush>
  </inkml:definitions>
  <inkml:trace contextRef="#ctx0" brushRef="#br0">0 176 24575,'0'0'0,"29"0"-15837,0 0 22290,10 0-9233,3 0 6911,-1 0-5070,4 0 3414,3 0-3048,-3 0 8774,3 0-10462,2 0 3391,-3 0-1130,1 0 0,-3 0 0,-4 0 0,-5 0 0,-2 0 0,-4 0 0,0 0 0,-2 0 0,12 0 0,0 0 0,6 0 0,-2 0 0,-8-6 0,1 1 0,-2-1 0,4 1 0,-7-4 0,4 1 0,-2 0 0,0 3 0,9 2 0,0 0 0,-1 3 0,-3-1 0,-3 1 0,-2 1 0,-3-1 0,-2 0 0,0 1 0,0-1 0,-1 0 0,0 0 0,1 0 0,5 0 0,0 0 0,1 0 0,-1 0 0,-2 0 0,5 0 0,-1 0 0,5 0 0,-1 0 0,-2 0 0,4 0 0,-3 0 0,4 0 0,3 0 0,-1 0 0,-4 0 0,3 0 0,-3-6 0,3 0 0,2 0 0,10 2 0,3 0 0,3 2 0,-1 1 0,-5 0 0,-7 1 0,-2 0 0,-4 0 0,1 1 0,2-1 0,-2 0 0,2 0 0,-3 0 0,3 0 0,-4 0 0,3 0 0,-3 0 0,3 0 0,-3 0 0,8 0 0,-2 0 0,-3 0 0,-5 0 0,3 0 0,-4 0 0,-3 0 0,4 0 0,4 0 0,4 0 0,4-5 0,-3-1 0,-4 0 0,-5 1 0,1 1 0,-2 2 0,-3 1 0,-2 0 0,3 1 0,0 1 0,3-1 0,6 0 0,-3 0 0,4 0 0,3 1 0,3-1 0,-4 0 0,-5 0 0,2 0 0,-5 0 0,3 0 0,-3 0 0,3 0 0,-3 0 0,-3 0 0,-2 0 0,-3 0 0,4 0 0,-2 0 0,6 0 0,10 0 0,-2 0 0,-2 0 0,2 0 0,-5 0 0,-3 0 0,-5 0 0,3 0 0,-2 0 0,-2 0 0,10 0 0,4 0 0,-1 0 0,-3 5 0,-4 1 0,2 0 0,2-1 0,-3 10 0,4-1 0,2-1 0,9-3 0,-3-3 0,-3-3 0,-7-2 0,-5-1 0,-4-1 0,-4 0 0,4-1 0,5 0 0,0 1 0,4 0 0,4 5 0,-2 1 0,2 0 0,-3-1 0,-4-2 0,-4-1 0,2 0 0,-2-2 0,-1 6 0,3 0 0,-1-1 0,-2 0 0,4-2 0,-2-1 0,5-1 0,3 0 0,-2-1 0,4 0 0,2-1 0,-4 1 0,3 6 0,1 0 0,3 0 0,-5-1 0,-4-1 0,2-2 0,-5 5 0,8 0 0,4-2 0,2 0 0,-3-2 0,-5-1 0,0-1 0,1 0 0,3-1 0,-4-1 0,2 1 0,1 6 0,-3-1 0,-5 1 0,-4-1 0,-3-2 0,-4-1 0,-1 0 0,-1-2 0,-1 0 0,0 0 0,0 0 0,0 0 0,1-1 0,5 1 0,1 0 0,-1 0 0,0 0 0,-2-6 0,0 0 0,-2 1 0,-1-6 0,0 2 0,0 1 0,-1 2 0,1 2 0,-6-5 0,6 2 0,0 1 0,6 1 0,1-4 0,0 1 0,-1 1 0,-2 2 0,4 2 0,5 1 0,0 1 0,-3 1 0,-2 0 0,-2 0 0,-3-5 0,-2-1 0,0 0 0,-2-4 0,0 1 0,1 1 0,-1-4 0,1 2 0,-1 2 0,1 2 0,0-3 0,0 1 0,-1 1 0,1 2 0,0 2 0,0 1 0,0 1 0,0 1 0,0 0 0,0 1 0,0-1 0,-1 0 0,1 0 0,0 1 0,0-1 0,6-6 0,-1-1 0,-5-4 0,-1 0 0,-2 1 0,1 3 0,0 2 0,0 2 0,0 2 0,2 1 0,-1 0 0,1 0 0,0 1 0,11-1 0,1 1 0,6 5 0,-3 0 0,4 5 0,2 1 0,-3-3 0,1-2 0,8-2 0,-3-2 0,-4-2 0,-6 0 0,-5-1 0,1-1 0,-2 1 0,-2-1 0,-1 1 0,-3 0 0,-1 0 0,-1 0 0,5-1 0,1 2 0,-1-1 0,0 0 0,3 0 0,0 0 0,-1-6 0,-2-1 0,-1 1 0,-2 1 0,-1 2 0,-1 0 0,0 2 0,-1 0 0,1 1 0,-1 1 0,7-1 0,-1 0 0,1 0 0,-1 0 0,-2 1 0,-1-1 0,-1 0 0,5 6 0,0 0 0,0 0 0,-2-1 0,0-1 0,-2-2 0,-2-1 0,1 0 0,-2-1 0,1 0 0,0-1 0,-1 1 0,1 0 0,0 0 0,0 0 0,-1 0 0,1 0 0,0 0 0,0 0 0,0 0 0,0 0 0,0 0 0,0 0 0,-1 0 0,1 0 0,6 0 0,5 0 0,1 0 0,-1 0 0,-3-6 0,-2-1 0,-3 1 0,-1 1 0,-2 2 0,0 0 0,-1 2 0,0 0 0,1-4 0,-1-1 0,7 0 0,-1 2 0,1 1 0,-1 0 0,-2 2 0,-1 1 0,5 0 0,0 0 0,-1 0 0,-2 0 0,-1 1 0,-1-1 0,-1 0 0,-1 0 0,0 0 0,0 0 0,-1 0 0,1 0 0,-1 0 0,1 0 0,0 0 0,0 0 0,0 0 0,5 6 0,1 0 0,0-1 0,4 0 0,0 5 0,3-2 0,-1-1 0,-2-1 0,-3-2 0,-2-2 0,-3-1 0,-7 5 0,-1 0 0,0-1 0,6 0 0,7-2 0,8-1 0,0-1 0,-1-1 0,-4 0 0,-3 0 0,-3 0 0,-2 0 0,4-1 0,0 7 0,-1 0 0,-1 0 0,-1-2 0,-7 6 0,-1-2 0,-1-1 0,1-2 0,1-1 0,1-2 0,2-1 0,6-1 0,0 0 0,1 0 0,-1-1 0,-1 1 0,-2 0 0,0 5 0,-2 1 0,0 0 0,0 4 0,-1 0 0,1-2 0,5-2 0,1-2 0,5-2 0,6-1 0,-2 0 0,-2-2 0,-4 1 0,-3 0 0,-2-1 0,-3 1 0,5 0 0,0 0 0,5 0 0,-1 0 0,4 0 0,-1-12 0,3 1 0,-3 4 0,3 4 0,-3-4 0,3 1 0,-2 7 0,1 2 0,-2 0 0,-3 1 0,-3-2 0,-3 0 0,4 0 0,-1-7 0,4 5 0,5 0 0,4 1 0,-1 0 0,1 0 0,-3 0 0,-5 0 0,-3-1 0,-4 6 0,-3 0 0,4 0 0,-6 5 0,-1-2 0,-1 0 0,0-3 0,0-2 0,1-2 0,-1-1 0,8 0 0,-1 4 0,7 1 0,-2-1 0,-1 0 0,-1-2 0,-4-1 0,-1-1 0,-2-1 0,-1 1 0,6-2 0,-1 1 0,1 0 0,4 0 0,-1 0 0,-2-1 0,5 1 0,-2 0 0,-2 0 0,-3 0 0,-1 0 0,-2 0 0,-1 0 0,-1 6 0,0 0 0,-1 0 0,6-1 0,-5 4 0,5-1 0,0-1 0,-7-7 0,11-3 0,0 0 0,-1-1 0,-1 1 0,-8 6 0,-2 1 0,-1 1 0,0 0 0,0-2 0,2-1 0,0 0 0,1 4 0,0 0 0,7 0 0,5-1 0,1-2 0,5-1 0,-3-1 0,-2-1 0,-4 6 0,-3 0 0,-2-1 0,-2 0 0,-1-2 0,5-1 0,0 6 0,1-2 0,-2 0 0,-1-1 0,-1-1 0,-1-2 0,-1-1 0,0-1 0,0 0 0,-1 0 0,1 0 0,-6-1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09:11.438"/>
    </inkml:context>
    <inkml:brush xml:id="br0">
      <inkml:brushProperty name="width" value="0.05" units="cm"/>
      <inkml:brushProperty name="height" value="0.05" units="cm"/>
      <inkml:brushProperty name="color" value="#AE198D"/>
      <inkml:brushProperty name="inkEffects" value="galaxy"/>
      <inkml:brushProperty name="anchorX" value="-135173.98438"/>
      <inkml:brushProperty name="anchorY" value="-17969.65234"/>
      <inkml:brushProperty name="scaleFactor" value="0.5"/>
    </inkml:brush>
  </inkml:definitions>
  <inkml:trace contextRef="#ctx0" brushRef="#br0">0 104 23850,'25717'0'0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09:18.613"/>
    </inkml:context>
    <inkml:brush xml:id="br0">
      <inkml:brushProperty name="width" value="0.05" units="cm"/>
      <inkml:brushProperty name="height" value="0.05" units="cm"/>
      <inkml:brushProperty name="color" value="#AE198D"/>
      <inkml:brushProperty name="inkEffects" value="galaxy"/>
      <inkml:brushProperty name="anchorX" value="-180466.42188"/>
      <inkml:brushProperty name="anchorY" value="-23849.98438"/>
      <inkml:brushProperty name="scaleFactor" value="0.5"/>
    </inkml:brush>
  </inkml:definitions>
  <inkml:trace contextRef="#ctx0" brushRef="#br0">1 1 24575,'0'0'0,"5"0"0,7 0 0,11 6 0,11-1 0,4 1 0,7-1 0,4-1 0,5-2 0,2 5 0,1-1 0,2 0 0,-6-1 0,-1 4 0,-5-1 0,6-2 0,2 0 0,-4 3 0,7-1 0,0-1 0,-4-2 0,0-2 0,-6-1 0,-5-1 0,0-1 0,2 0 0,4-1 0,2 1 0,4 0 0,1 0 0,-5-1 0,1 1 0,1 0 0,-6 0 0,-4 0 0,-4 0 0,-5 0 0,-3 0 0,-1 0 0,4 0 0,0 0 0,0 0 0,-1 0 0,-1 0 0,-2 0 0,0 0 0,-1 0 0,0 0 0,0 0 0,0 0 0,-1 0 0,7 0 0,5 0 0,1 0 0,-2 0 0,-1 0 0,-4 0 0,-1 0 0,-3 0 0,0 0 0,-2 0 0,1 0 0,-1 0 0,6 0 0,6 0 0,1 0 0,4 0 0,10 0 0,-3 0 0,3 0 0,-5 0 0,-5 0 0,-6 0 0,-4 0 0,-4 0 0,-1 0 0,-1 0 0,-1 0 0,-1 0 0,-4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09:35.174"/>
    </inkml:context>
    <inkml:brush xml:id="br0">
      <inkml:brushProperty name="width" value="0.05" units="cm"/>
      <inkml:brushProperty name="height" value="0.05" units="cm"/>
      <inkml:brushProperty name="color" value="#AE198D"/>
      <inkml:brushProperty name="inkEffects" value="galaxy"/>
      <inkml:brushProperty name="anchorX" value="-184654.26563"/>
      <inkml:brushProperty name="anchorY" value="-24980.5293"/>
      <inkml:brushProperty name="scaleFactor" value="0.5"/>
    </inkml:brush>
  </inkml:definitions>
  <inkml:trace contextRef="#ctx0" brushRef="#br0">0 411 24575,'0'0'0,"10"0"-1984,15 0 2315,10 0 466,10 0-1119,19-6 872,10 0-661,8 0 363,0 1-308,1-4 685,7 0-801,-4 2 258,5-4-86,11 1 0,7-3 0,-1 1 0,-3-4 0,-11 4 0,-4-4 0,-4 3 0,-14 2 0,-11-2 0,-7 3 0,-8 2 0,-7 2 0,-5 3 0,-4 1 0,5 2 0,-1 0 0,5 0 0,-1 1 0,5-1 0,4 0 0,-2 1 0,9-1 0,-4 0 0,2-6 0,-4 0 0,-4 0 0,0 1 0,-4 1 0,-3 2 0,-2 0 0,-3 2 0,10 0 0,22-6 0,34-5 0,23-6 0,21 0 0,11-3 0,4-8 0,5 4 0,-18 3 0,-21 6 0,-28 5 0,-23 4 0,-20 4 0,-14 2 0,-2 0 0,-4 1 0,-2 1 0,-1-2 0,5 1 0,0 0 0,11-1 0,12 0 0,4 0 0,15 0 0,6 0 0,-7 0 0,-3 0 0,-6 0 0,-9 0 0,-4 0 0,0 0 0,4 0 0,2 0 0,-4 0 0,0 0 0,-7 0 0,1 0 0,0 0 0,-3 0 0,1 0 0,8 0 0,3 0 0,-5 0 0,2 0 0,-6 0 0,-6 0 0,-5 0 0,-4 0 0,-3 0 0,-2 0 0,5 0 0,0 0 0,5 6 0,6 0 0,4 0 0,-1-1 0,-4-1 0,-10 4 0,-4-1 0,-3 5 0,-2-1 0,7-2 0,0-2 0,1-3 0,-1-1 0,0-2 0,-2-1 0,0 0 0,0-1 0,-1 1 0,0 0 0,0-1 0,-1 1 0,13 0 0,-6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09:50.986"/>
    </inkml:context>
    <inkml:brush xml:id="br0">
      <inkml:brushProperty name="width" value="0.05" units="cm"/>
      <inkml:brushProperty name="height" value="0.05" units="cm"/>
      <inkml:brushProperty name="color" value="#AE198D"/>
      <inkml:brushProperty name="inkEffects" value="galaxy"/>
      <inkml:brushProperty name="anchorX" value="-19817.49219"/>
      <inkml:brushProperty name="anchorY" value="-2609.16895"/>
      <inkml:brushProperty name="scaleFactor" value="0.5"/>
    </inkml:brush>
  </inkml:definitions>
  <inkml:trace contextRef="#ctx0" brushRef="#br0">0 0 24575,'15964'0'0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09:56.232"/>
    </inkml:context>
    <inkml:brush xml:id="br0">
      <inkml:brushProperty name="width" value="0.05" units="cm"/>
      <inkml:brushProperty name="height" value="0.05" units="cm"/>
      <inkml:brushProperty name="color" value="#AE198D"/>
      <inkml:brushProperty name="inkEffects" value="galaxy"/>
      <inkml:brushProperty name="anchorX" value="-33453.30469"/>
      <inkml:brushProperty name="anchorY" value="-4246.1792"/>
      <inkml:brushProperty name="scaleFactor" value="0.5"/>
    </inkml:brush>
  </inkml:definitions>
  <inkml:trace contextRef="#ctx0" brushRef="#br0">0 0 24575,'0'0'0,"5"0"0,13 0 0,12 0 0,15 0 0,10 0 0,11 0 0,19 0 0,8 0 0,-2 0 0,0 0 0,4 6 0,-1 0 0,10 0 0,-6-2 0,4 0 0,-4-2 0,-8-1 0,8 0 0,-2 5 0,5-1 0,-7 1 0,-3-1 0,-3-2 0,5 5 0,-7-1 0,-7 0 0,-11-2 0,-8-2 0,-9-1 0,-9 0 0,-5-2 0,0 5 0,4 1 0,-1 0 0,-2-2 0,-2-1 0,3 0 0,-2-2 0,-1-1 0,-2 6 0,-2 0 0,-1-1 0,-7 5 0,10 0 0,12-2 0,1-2 0,6-2 0,1-2 0,-3-1 0,1-1 0,-6 0 0,-4 0 0,1-1 0,-3 1 0,8 0 0,-2-1 0,-2 1 0,-4 0 0,-4 0 0,-3 0 0,-2 0 0,-2 0 0,0 0 0,5 0 0,0 0 0,5 0 0,6 0 0,5 0 0,9 0 0,-3 0 0,8 0 0,-1 0 0,0 0 0,5 0 0,-6 0 0,3 0 0,-1 0 0,-7 0 0,-2 0 0,-6 0 0,-7 0 0,-5 0 0,-3 0 0,2 0 0,-2 0 0,0 0 0,-1 0 0,-2 0 0,-1 0 0,5 0 0,6 0 0,5 0 0,5-5 0,15-1 0,9-6 0,-5 1 0,5 2 0,-10-4 0,-4 3 0,-8 1 0,-8 3 0,-6 2 0,-6 2 0,-2 1 0,-3 1 0,0 1 0,-6-1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10:02.118"/>
    </inkml:context>
    <inkml:brush xml:id="br0">
      <inkml:brushProperty name="width" value="0.05" units="cm"/>
      <inkml:brushProperty name="height" value="0.05" units="cm"/>
      <inkml:brushProperty name="color" value="#AE198D"/>
      <inkml:brushProperty name="inkEffects" value="galaxy"/>
      <inkml:brushProperty name="anchorX" value="-40183.63281"/>
      <inkml:brushProperty name="anchorY" value="-5348.12744"/>
      <inkml:brushProperty name="scaleFactor" value="0.5"/>
    </inkml:brush>
  </inkml:definitions>
  <inkml:trace contextRef="#ctx0" brushRef="#br0">725 1185 24575,'0'0'0,"15"-5"0,22-1 0,10 0 0,9 1 0,4 1 0,2 2 0,6 1 0,-6 0 0,-1 1 0,-2 1 0,-8-1 0,6 0 0,-6 0 0,7 0 0,6 1 0,2-1 0,5 0 0,-1 0 0,-1 0 0,-3 0 0,3 0 0,-8 5 0,4 1 0,3 0 0,-5-1 0,-3-2 0,-7 0 0,-1-2 0,-1-1 0,-5 0 0,1 0 0,2 0 0,2 0 0,-3 0 0,1-1 0,2 1 0,-4 6 0,-5 0 0,-3 0 0,12 4 0,4 0 0,-1-1 0,7-3 0,0 4 0,6-2 0,1-1 0,-2-2 0,10 4 0,-1-1 0,-3-2 0,2-1 0,3-1 0,3-2 0,8-2 0,-4 1 0,2-1 0,6-1 0,-7 1 0,1 0 0,5-1 0,0 1 0,-11 0 0,-2 0 0,-12 0 0,-5 6 0,-9 0 0,-9 0 0,0-2 0,7 0 0,-3-2 0,-2-1 0,-5 0 0,3-1 0,2 0 0,-3 0 0,4-1 0,-3 1 0,14 0 0,3 0 0,-3 0 0,6 0 0,6 0 0,-6 0 0,-2 0 0,-1 0 0,-2 0 0,-1 0 0,0 0 0,0 0 0,0 0 0,-5 0 0,-6 0 0,-1 0 0,-4 0 0,9 0 0,-4 0 0,-3 0 0,3 0 0,-4 0 0,2 0 0,4 0 0,-4 0 0,-2 0 0,7 0 0,3 0 0,9 0 0,2 0 0,-4 0 0,-2 0 0,0 0 0,-7 0 0,0 0 0,-5 0 0,7 0 0,2 0 0,-4 0 0,8 0 0,-6 0 0,-3 0 0,-1 0 0,-5 0 0,-4 0 0,2 0 0,3 0 0,4 0 0,-2 0 0,2 0 0,-3 0 0,2 0 0,2 0 0,-4 0 0,9 0 0,-4 0 0,2 0 0,1 0 0,-5 0 0,2 0 0,-5 0 0,-4 0 0,1 0 0,-3 0 0,9 0 0,4 0 0,-2 0 0,7 0 0,-4 0 0,7 0 0,1 0 0,0 0 0,6 0 0,5 0 0,-1 0 0,4 0 0,4 0 0,-4 0 0,3-6 0,1 0 0,3 0 0,-4-4 0,-11 0 0,-10 2 0,-11 2 0,-8 2 0,1 2 0,2 1 0,4 1 0,-1-6 0,-3 1 0,-3-1 0,-4 2 0,-2 0 0,-2 2 0,0 1 0,-2 1 0,0 0 0,6 0 0,1 0 0,-1 0 0,0 1 0,-2-1 0,-1 0 0,-1 0 0,-1 0 0,0 0 0,0 0 0,0 0 0,-1 0 0,1 0 0,11-6 0,6-12 0,13-11 0,-3-11 0,-3 3 0,-12 0 0,-13 3 0,-4 7 0,-8 3 0,-7 0 0,-4 1 0,2-8 0,-1-7 0,5-1 0,-2-6 0,-1 2 0,-2 3 0,-2 2 0,-1 4 0,-2 2 0,-1 2 0,0 1 0,0 0 0,-1 1 0,1 0 0,-1 0 0,-4 5 0,-1-5 0,0-1 0,1-1 0,1 0 0,-4 0 0,-4 6 0,-6 0 0,-5 0 0,-14 0 0,-3 4 0,-1 5 0,2 0 0,2-3 0,2 4 0,3 2 0,8-1 0,0 2 0,2 3 0,-2 2 0,-1 2 0,-7 3 0,-7 0 0,-12 1 0,-18 1 0,-15-1 0,-2 1 0,-3-1 0,-7 0 0,1-5 0,6-1 0,8-1 0,13 2 0,7 2 0,-1 0 0,-15 2 0,0 0 0,-12 1 0,-7 1 0,-8-1 0,-11 0 0,13 0 0,4 0 0,6 1 0,9-1 0,9 0 0,0 0 0,0 6 0,-3 0 0,-2 6 0,-9-1 0,-3 4 0,-6-2 0,-6-3 0,1-2 0,7 3 0,-2-3 0,4-1 0,7-2 0,8-2 0,2-1 0,5-2 0,-1 0 0,-8 0 0,-16 0 0,-14-1 0,-19 12 0,-16 1 0,-19-1 0,-4-1 0,13-3 0,10-3 0,5-1 0,20-2 0,7-1 0,10 0 0,-5-1 0,-6 1 0,-3 5 0,-2 1 0,-17 6 0,-30 4 0,-5 5 0,-14-2 0,-7 3-843,0 0 1084,25-3-362,16-4 121,34-6 0,29-3 0,24-3 0,19-2 0,12-1 0,6-1 0,-3 0 0,1 0 844,-6 1-1085,-7-1 361,1 1-120,0 0 0,-2 0 0,-9 0 0,-4 0 0,-9-6 0,4 0 0,-11 0 0,-4 2 0,-6-6 0,-9 2 0,-2 1 0,11 2 0,7 1 0,7 2 0,11 1 0,4 1 0,2 0 0,-6 1 0,4-1 0,5 0 0,0 0 0,4-5 0,5-1 0,3 0 0,4 1 0,1 2 0,-3 1 0,-6-5 0,0 0 0,-5 1 0,-3 2 0,2 1 0,-3 1 0,-1 1 0,8-6 0,0 2 0,3-1 0,3 1 0,-3 2 0,2 1 0,2 1 0,1 1 0,2 0 0,1 0 0,2 0 0,0 0 0,0 1 0,1-1 0,-1 0 0,1 0 0,-1 0 0,-5 0 0,-1 0 0,-6 0 0,-4 0 0,-5 0 0,-4 5 0,4 7 0,-2 0 0,6 4 0,3-2 0,6-2 0,3-4 0,3 3 0,2-2 0,6 4 0,1-3 0,6 5 0,-1-2 0,-2 9 0,3 2 0,-2-1 0,4 0 0,-3-4 0,4 0 0,-3-3 0,3 0 0,3 4 0,3 1 0,-3-2 0,2 7 0,-4-4 0,1 2 0,2 0 0,2 2 0,3 1 0,1 1 0,2 0 0,1 1 0,1 0 0,-1 0 0,0 0 0,1 0 0,-1 0 0,0 0 0,0 0 0,0 0 0,1 0 0,-2 0 0,1 0 0,6-6 0,1-1 0,-1 1 0,4 1 0,6-4 0,-2 1 0,3-5 0,-2 1 0,3-3 0,1 2 0,4 2 0,2-2 0,2 2 0,1 3 0,1-4 0,0 3 0,1-5 0,-1-3 0,-5 1 0,-1-2 0,0-3 0,-5 3 0,2-2 0,0 4 0,3 4 0,2-1 0,-4 8 0,-5-3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10:13.245"/>
    </inkml:context>
    <inkml:brush xml:id="br0">
      <inkml:brushProperty name="width" value="0.05" units="cm"/>
      <inkml:brushProperty name="height" value="0.05" units="cm"/>
      <inkml:brushProperty name="color" value="#AE198D"/>
      <inkml:brushProperty name="inkEffects" value="galaxy"/>
      <inkml:brushProperty name="anchorX" value="-31204.48828"/>
      <inkml:brushProperty name="anchorY" value="-3802.11914"/>
      <inkml:brushProperty name="scaleFactor" value="0.5"/>
    </inkml:brush>
  </inkml:definitions>
  <inkml:trace contextRef="#ctx0" brushRef="#br0">0 1 24575,'10103'0'0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4:33.115"/>
    </inkml:context>
    <inkml:brush xml:id="br0">
      <inkml:brushProperty name="width" value="0.05" units="cm"/>
      <inkml:brushProperty name="height" value="0.05" units="cm"/>
      <inkml:brushProperty name="color" value="#AE198D"/>
      <inkml:brushProperty name="inkEffects" value="galaxy"/>
      <inkml:brushProperty name="anchorX" value="-152113.23438"/>
      <inkml:brushProperty name="anchorY" value="-15977.54883"/>
      <inkml:brushProperty name="scaleFactor" value="0.5"/>
    </inkml:brush>
  </inkml:definitions>
  <inkml:trace contextRef="#ctx0" brushRef="#br0">1 34 24575,'16514'0'0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4:46.238"/>
    </inkml:context>
    <inkml:brush xml:id="br0">
      <inkml:brushProperty name="width" value="0.05" units="cm"/>
      <inkml:brushProperty name="height" value="0.05" units="cm"/>
      <inkml:brushProperty name="color" value="#AE198D"/>
      <inkml:brushProperty name="inkEffects" value="galaxy"/>
      <inkml:brushProperty name="anchorX" value="-200283.20313"/>
      <inkml:brushProperty name="anchorY" value="-21073.84375"/>
      <inkml:brushProperty name="scaleFactor" value="0.5"/>
    </inkml:brush>
  </inkml:definitions>
  <inkml:trace contextRef="#ctx0" brushRef="#br0">17118 954 24575,'0'0'0,"0"-5"0,0-13 0,0-5 0,0-6 0,0-2 0,0 0 0,0-1 0,0 1 0,0 0 0,0 1 0,0 1 0,0 0 0,0 0 0,-6 0 0,0 0 0,0 1 0,1-1 0,2 0 0,-5 6 0,1 0 0,1 0 0,1-1 0,1-1 0,2-2 0,1-1 0,1 0 0,-5 5 0,-1-6 0,0 0 0,2-1 0,0-1 0,-3 7 0,-6 5 0,-5 7 0,-5 6 0,-3-3 0,-2 2 0,-7 2 0,5-4 0,-5 0 0,0 2 0,-5 2 0,-4 2 0,-6 1 0,3 1 0,3 1 0,4 0 0,4 0 0,4 0 0,1 1 0,-3-1 0,-7 0 0,1 0 0,2 0 0,1 0 0,3 0 0,2 0 0,2 0 0,0 0 0,1 0 0,1 0 0,0 0 0,-1 0 0,-5 0 0,-1 0 0,1 0 0,0 0 0,2 0 0,1 0 0,1 0 0,-6 0 0,-4 6 0,-7 0 0,-4 0 0,-15 4 0,3 0 0,-7-2 0,2 3 0,-10-1 0,1-1 0,-14 8 0,-9-1 0,-1 9 0,-5 4 0,-4-5 0,-2 2 0,4-6 0,4 0 0,6 1 0,-1-4 0,3 2 0,2-4 0,3 2 0,13-4 0,2 3 0,1-4 0,10-2 0,3 3 0,-2-3 0,8-3 0,-6-1 0,2-3 0,5-1 0,0-1 0,8-1 0,5-1 0,4 1 0,5-1 0,-9 1 0,-10 0 0,0 0 0,-9-1 0,-7 1 0,5 0 0,-5 0 0,-16 0 0,1 0 0,-3 0 0,-1 0 0,-1-5 0,6-1 0,-5 0 0,5-4 0,6 0 0,5-4 0,6 2 0,9 2 0,8 3 0,3 3 0,-1-4 0,3 1 0,-2-5 0,4 1 0,-4 2 0,-2-3 0,7-10 0,-1 2 0,3-4 0,3 5 0,2 4 0,1-1 0,8-2 0,-5 3 0,1-2 0,4-3 0,-5 3 0,-7 4 0,-12 4 0,-12 3 0,-11 3 0,-7 2 0,0 1 0,2 1 0,5-1 0,5 1 0,-2 0 0,7-1 0,3 0 0,-4 1 0,1-1 0,-7 0 0,1 0 0,-4 0 0,-5 0 0,-4 0 0,3 0 0,-2 0 0,5-1 0,3 1 0,11 0 0,-3 0 0,9 0 0,-11 0 0,0 0 0,-12 1 0,7-1 0,-10 0 0,4 0 0,8 0 0,-1 0 0,4 0 0,8 0 0,2 0 0,7 0 0,1 0 0,4 0 0,5 0 0,3 0 0,3 0 0,2 0 0,-5 0 0,1 0 0,0 0 0,1 0 0,1 0 0,1 0 0,1 0 0,1 0 0,0 0 0,1 0 0,-1 0 0,-11 0 0,-1 0 0,1 0 0,1 0 0,3 0 0,-3 0 0,2 0 0,-5 0 0,-3 0 0,-5 0 0,-9 0 0,3 0 0,5 0 0,6 0 0,5 0 0,0 0 0,2 0 0,-3 0 0,3 0 0,-5 0 0,2 5 0,2 1 0,4 0 0,1-1 0,3-2 0,1 0 0,1-2 0,1-1 0,-6 0 0,-6 6 0,-1 0 0,2-1 0,-4 0 0,3-2 0,-4-1 0,2-1 0,-2 0 0,2-1 0,-3 0 0,-3-1 0,-3 1 0,4 6 0,-14 0 0,-3 0 0,5-1 0,1-1 0,1 9 0,6 1 0,0-2 0,6-2 0,5 2 0,-2-2 0,3-2 0,-3-2 0,-3-3 0,-5-1 0,-2-1 0,-4-1 0,5-1 0,-7 1 0,6-1 0,4 1 0,0 0 0,-1 0 0,5 0 0,2 0 0,5 0 0,3 0 0,3 0 0,-4 0 0,-6 0 0,1 0 0,2 0 0,-5 0 0,-2 0 0,1 0 0,-3 0 0,3 0 0,-2 0 0,-2 0 0,-4 0 0,-1 0 0,-3 0 0,5 0 0,-1 0 0,-1 0 0,0 0 0,4 0 0,-6 0 0,4 0 0,-2 0 0,0 0 0,4 0 0,0 0 0,4 0 0,-1 0 0,-3 0 0,5 0 0,-10 0 0,-6 0 0,2 0 0,-1 0 0,1 0 0,0 0 0,-6 0 0,6 0 0,-11 0 0,1 0 0,6 0 0,-4 0 0,-4 0 0,8 0 0,1 0 0,-10 0 0,8 0 0,0 0 0,8 0 0,-4 0 0,-5 0 0,6 0 0,-6 0 0,-11 0 0,6 5 0,-5 1 0,-2 0 0,3 5 0,3-2 0,-8 5 0,3-2 0,8-1 0,4-4 0,10-2 0,2-3 0,1-1 0,5-1 0,-2 0 0,5 0 0,-9-1 0,-2 1 0,3-1 0,3 1 0,6 0 0,4 0 0,5 0 0,1 0 0,2 0 0,1 0 0,0 0 0,0 0 0,-6 0 0,0 0 0,0 0 0,0 0 0,8 6 0,0 0 0,2-1 0,0 0 0,-2-1 0,0-2 0,-2-1 0,0 0 0,0-1 0,-1 5 0,6 7 0,0 5 0,5 5 0,6 4 0,-2-4 0,4 2 0,3 0 0,2 1 0,2 7 0,2 2 0,0 0 0,2-1 0,-1 0 0,1-2 0,-1-1 0,0 0 0,1-1 0,-1 0 0,0-1 0,0 1 0,0 5 0,6-5 0,-1 0 0,7-7 0,-1 0 0,-2-1 0,4-3 0,-3 0 0,5-4 0,2 3 0,-1 2 0,3-3 0,2-3 0,8 1 0,2-2 0,3-3 0,5 2 0,-1-1 0,5-3 0,-1-2 0,-3-1 0,-3 3 0,-2 0 0,-2-1 0,-2-2 0,-2-1 0,1-1 0,-1-1 0,1-1 0,-1 0 0,1 0 0,5-1 0,1 1 0,0 0 0,-2 0 0,0 0 0,-2 0 0,-1 0 0,-1 0 0,0 0 0,0 0 0,-1 0 0,1 0 0,5 0 0,1 0 0,0 0 0,-2 0 0,0 0 0,-2 0 0,-1 0 0,5 0 0,0 0 0,0 0 0,-2 0 0,-1 0 0,11 0 0,-2 0 0,1 0 0,-4 0 0,-2 0 0,-3 0 0,-8-6 0,-1 0 0,-1 0 0,1 1 0,0 2 0,3-5 0,5 1 0,-3-5 0,5 1 0,0 2 0,0 2 0,-2 3 0,0 1 0,-2 2 0,0 1 0,-1 0 0,0 0 0,0 1 0,-6-1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5:28.497"/>
    </inkml:context>
    <inkml:brush xml:id="br0">
      <inkml:brushProperty name="width" value="0.05" units="cm"/>
      <inkml:brushProperty name="height" value="0.05" units="cm"/>
      <inkml:brushProperty name="color" value="#AE198D"/>
      <inkml:brushProperty name="inkEffects" value="galaxy"/>
      <inkml:brushProperty name="anchorX" value="-278883.34375"/>
      <inkml:brushProperty name="anchorY" value="-35679.67188"/>
      <inkml:brushProperty name="scaleFactor" value="0.5"/>
    </inkml:brush>
  </inkml:definitions>
  <inkml:trace contextRef="#ctx0" brushRef="#br0">1 348 24575,'0'0'0,"9"0"0,28 0 0,22 0 0,21 0 0,22 0 0,7 0 0,1 0 0,-4 6 0,1 0 0,-11 0 0,19-1 0,8 5 0,4-2 0,7-1 0,4-1 0,-3 3 0,-15-1 0,-5-1 0,-4-2 0,-13-2 0,-17-1 0,-17-1 0,-20 5 0,-11-1 0,-2 1 0,-2-2 0,6 0 0,4-2 0,1-1 0,5-1 0,9-6 0,-1 0 0,7 0 0,-4 1 0,6-4 0,0 1 0,-6 0 0,-1 3 0,5 1 0,1 2 0,6 1 0,0 1 0,4 0 0,5 1 0,10-1 0,3 0 0,-4 1 0,0-1 0,-11 0 0,-7 0 0,-6 0 0,-2 0 0,3 0 0,-6 0 0,5 0 0,6-6 0,0 0 0,5 0 0,4-4 0,5 0 0,2 1 0,-4 3 0,-4-4 0,-5 2 0,0 1 0,-2 2 0,8-4 0,4 1 0,4 2 0,-3 1 0,-6 1 0,-4 2 0,6 2 0,-4-1 0,10 1 0,2-5 0,2 0 0,2-1 0,-1 1 0,1 2 0,-1 1 0,-6 1 0,-1 0 0,-6 1 0,-10 0 0,6 1 0,2-1 0,5 0 0,4 0 0,8 0 0,7 0 0,2-5 0,5-1 0,4 0 0,-3 1 0,7-4 0,-8 1 0,-5 1 0,-5 1 0,-16 3 0,-8 1 0,10-5 0,2 0 0,-2 1 0,7-4 0,1 1 0,7 1 0,0 2 0,0-4 0,-7 2 0,-15 1 0,-7 2 0,-6 2 0,-9-5 0,-2 2 0,-6 0 0,6 1 0,4-4 0,-4 1 0,8-4 0,1 1 0,-4 2 0,0 2 0,0 2 0,6 3 0,1 1 0,-4 1 0,-1 0 0,-7 0 0,0 1 0,-5-7 0,-5 0 0,-3 0 0,-4 1 0,4 2 0,-1 1 0,-1 0 0,-1 2 0,-1 0 0,-7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5:32.296"/>
    </inkml:context>
    <inkml:brush xml:id="br0">
      <inkml:brushProperty name="width" value="0.05" units="cm"/>
      <inkml:brushProperty name="height" value="0.05" units="cm"/>
      <inkml:brushProperty name="color" value="#AE198D"/>
      <inkml:brushProperty name="inkEffects" value="galaxy"/>
      <inkml:brushProperty name="anchorX" value="-232044.45313"/>
      <inkml:brushProperty name="anchorY" value="-29078.625"/>
      <inkml:brushProperty name="scaleFactor" value="0.5"/>
    </inkml:brush>
  </inkml:definitions>
  <inkml:trace contextRef="#ctx0" brushRef="#br0">0 121 24575,'20120'0'0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5:37.164"/>
    </inkml:context>
    <inkml:brush xml:id="br0">
      <inkml:brushProperty name="width" value="0.05" units="cm"/>
      <inkml:brushProperty name="height" value="0.05" units="cm"/>
      <inkml:brushProperty name="color" value="#AE198D"/>
      <inkml:brushProperty name="inkEffects" value="galaxy"/>
      <inkml:brushProperty name="anchorX" value="-299446.75"/>
      <inkml:brushProperty name="anchorY" value="-36960.73047"/>
      <inkml:brushProperty name="scaleFactor" value="0.5"/>
    </inkml:brush>
  </inkml:definitions>
  <inkml:trace contextRef="#ctx0" brushRef="#br0">0 377 24575,'0'0'0,"15"0"0,45 0 0,28 0 0,27 0 0,12 0 0,4 0 0,-4 0 0,-10-5 0,2-1 0,-8 0 0,-18 1 0,-12 1 0,-6 2 0,-7 1 0,7-5 0,9 0 0,9 0 0,4-4 0,5 1 0,5-5 0,-2 2 0,3-3 0,-16 2 0,-10 2 0,-11-2 0,-1 2 0,2 3 0,2 2 0,-2-3 0,4 1 0,-4 1 0,-9 3 0,3 0 0,-10 3 0,5 0 0,-1 1 0,0 0 0,0 0 0,4 1 0,-5-1 0,-1 0 0,10-5 0,1-1 0,-1 0 0,4 1 0,-7 2 0,2 0 0,3-3 0,5-1 0,10 1 0,3 1 0,-3-3 0,0 0 0,6 1 0,11-4 0,7 2 0,5 1 0,-3-4 0,-5 2 0,-5 2 0,-11 2 0,-11 2 0,-2-4 0,-7 1 0,1 1 0,-8 2 0,-4 1 0,-2 1 0,-7 1 0,5 1 0,1 0 0,-4 0 0,0 1 0,-6-1 0,2 0 0,12 0 0,3 0 0,2 0 0,0 0 0,-7 0 0,-2 0 0,-7 0 0,-6 0 0,0 0 0,-5 0 0,-1 0 0,2 6 0,-2 0 0,-1 6 0,4-1 0,-2-2 0,-2-1 0,4 2 0,5-1 0,-8 4 0,3-2 0,3 4 0,4 3 0,-2-2 0,-2-3 0,1-4 0,3 3 0,2 3 0,10 4 0,13-2 0,-3 2 0,-1-3 0,-2 2 0,-4-4 0,-1-3 0,-2-4 0,4-2 0,1 2 0,5 0 0,-7-2 0,-1 0 0,-9-3 0,0 0 0,-7-1 0,-5-1 0,-4 0 0,-4-1 0,-2 1 0,-1 0 0,-1 0 0,-6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6:06.432"/>
    </inkml:context>
    <inkml:brush xml:id="br0">
      <inkml:brushProperty name="width" value="0.05" units="cm"/>
      <inkml:brushProperty name="height" value="0.05" units="cm"/>
      <inkml:brushProperty name="color" value="#AE198D"/>
      <inkml:brushProperty name="inkEffects" value="galaxy"/>
      <inkml:brushProperty name="anchorX" value="-184457.34375"/>
      <inkml:brushProperty name="anchorY" value="-20289.07617"/>
      <inkml:brushProperty name="scaleFactor" value="0.5"/>
    </inkml:brush>
  </inkml:definitions>
  <inkml:trace contextRef="#ctx0" brushRef="#br0">0 59 24575,'0'0'0,"10"0"0,15 0 0,4 0 0,4 0 0,2 0 0,4 0 0,0 0 0,-1 0 0,3 0 0,10 0 0,4 0 0,-2 0 0,-5 0 0,-5 0 0,-5 0 0,1 0 0,-2 0 0,3 0 0,5 0 0,4 0 0,9 0 0,4 0 0,-5 0 0,0 0 0,-7 0 0,-6 0 0,-5 0 0,-5 0 0,3 0 0,-3 0 0,0 0 0,5 0 0,-2 0 0,5 0 0,-2 0 0,4 0 0,-2 0 0,3 0 0,3 0 0,3 0 0,8 0 0,3 0 0,-5 0 0,6 0 0,-1 0 0,5 0 0,11 0 0,6 0 0,-8 0 0,-4 0 0,-6 0 0,-4 0 0,3 0 0,-1 0 0,-2 0 0,0 0 0,-8 0 0,-7 0 0,0 0 0,0 0 0,-4 0 0,3 0 0,-3 0 0,2 0 0,2 0 0,-2 0 0,-3 0 0,1 0 0,3 0 0,4 0 0,2 0 0,-3 0 0,2 0 0,1 0 0,1-5 0,2-1 0,-5 0 0,7 1 0,1-4 0,-5 1 0,0 1 0,0 1 0,-4 3 0,0 1 0,-4 1 0,-5 0 0,-4 2 0,-3-1 0,-3 0 0,0 1 0,-2-1 0,0 0 0,0 0 0,0 0 0,1 0 0,-1 0 0,1 0 0,0 0 0,-1 0 0,1 0 0,6 0 0,0 0 0,0 0 0,-2 0 0,0 0 0,-2 0 0,-1 0 0,23 0 0,11 0 0,17 0 0,14 0 0,22 0 0,7 0 0,10 0 0,-1 0 0,-13 0 0,13 0 0,-9 0 0,-8 0 0,-2 0 0,-9 0 0,-11 0 0,-12 0 0,-9 0 0,-14 0 0,-4 0 0,-10 0 0,0 0 0,1 0 0,-3 0 0,2 0 0,4 0 0,7 0 0,10 0 0,-5 0 0,1 0 0,4 0 0,-7 0 0,0 0 0,-3 0 0,6 0 0,0 0 0,-6 0 0,0 0 0,-1 0 0,-1 0 0,2 0 0,6 0 0,0 0 0,1 0 0,0 0 0,-2 0 0,-7 0 0,5 0 0,11 0 0,-5 0 0,6 0 0,-3 0 0,-7 0 0,-3 0 0,-8 0 0,5 0 0,6 0 0,-4 0 0,6 11 0,0 1 0,-6 0 0,5-2 0,-2-3 0,1-3 0,5-1 0,5-2 0,-6-1 0,-2-1 0,-9 1 0,-1-1 0,-1 1 0,-6 0 0,7-1 0,2 1 0,-4 0 0,2 0 0,-6 0 0,1 0 0,-5 0 0,-3 0 0,1 0 0,-2 0 0,9 0 0,4 0 0,-2 0 0,-4 0 0,1 0 0,-5 0 0,3 0 0,2 0 0,-2 0 0,-4 0 0,2 0 0,-2 0 0,-4 0 0,-2 0 0,3 0 0,4 0 0,-1 0 0,5 0 0,-4 0 0,4 0 0,3 0 0,-4 0 0,-2 0 0,-5 0 0,2 0 0,-2 0 0,-2 0 0,-2 0 0,-3 0 0,0 0 0,-2 0 0,5 0 0,6 0 0,6 0 0,0 0 0,-3 0 0,-4 0 0,-3 0 0,-3 0 0,-3 0 0,5 0 0,0 0 0,4 0 0,0 0 0,-1 0 0,3 0 0,-1 6 0,3 0 0,-2 0 0,-3-1 0,4-2 0,-3-1 0,4 0 0,15-2 0,-2 0 0,9 0 0,0 0 0,-6-1 0,-1 1 0,-7 0 0,-2 0 0,7 0 0,-5 6 0,2 0 0,1-1 0,1 0 0,1-1 0,0-2 0,-4-1 0,0 0 0,-1-1 0,8 0 0,7-1 0,2 1 0,5 0 0,4 0 0,-1 0 0,2 0 0,-4 0 0,-4 0 0,-4 0 0,-3 0 0,-9 0 0,-1 0 0,-7 0 0,11 0 0,3 5 0,-4 1 0,0 0 0,-1-1 0,-4-2 0,-1 0 0,1-2 0,-5-1 0,7 0 0,-3 0 0,8 0 0,-5 0 0,1 0 0,6-1 0,-4 1 0,5 0 0,6 0 0,1 0 0,-1 0 0,-2 0 0,-8 0 0,-2 0 0,-7 0 0,-1 0 0,2 0 0,1 0 0,2 0 0,-3 0 0,7 0 0,1 0 0,-3 0 0,-1 0 0,-5 0 0,6 0 0,1 0 0,2 0 0,2 0 0,-1 0 0,-5 0 0,-6 0 0,-6 0 0,-5 0 0,1 0 0,-1 0 0,-2 0 0,-1 0 0,-2 0 0,5 0 0,-1 0 0,5 0 0,0 0 0,-2 0 0,-3 0 0,-1 0 0,-3 0 0,5 0 0,-1 0 0,0 0 0,-2 0 0,-1 0 0,-1 0 0,-1 0 0,-1 0 0,-1 0 0,-5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6:18.614"/>
    </inkml:context>
    <inkml:brush xml:id="br0">
      <inkml:brushProperty name="width" value="0.05" units="cm"/>
      <inkml:brushProperty name="height" value="0.05" units="cm"/>
      <inkml:brushProperty name="color" value="#AE198D"/>
      <inkml:brushProperty name="inkEffects" value="galaxy"/>
      <inkml:brushProperty name="anchorX" value="-308888.53125"/>
      <inkml:brushProperty name="anchorY" value="-37948.15234"/>
      <inkml:brushProperty name="scaleFactor" value="0.5"/>
    </inkml:brush>
  </inkml:definitions>
  <inkml:trace contextRef="#ctx0" brushRef="#br0">1 262 24575,'0'0'0,"15"0"0,28 0 0,33-6 0,38 0 0,10 0 0,9 2 0,-12 0 0,-4-4 0,-8 1 0,-8 0 0,-7 2 0,2 1 0,-3 2 0,-1 1 0,9 1 0,5 0 0,5 0 0,-8 1 0,1-1 0,1 0 0,-3 0 0,-10 0 0,-4-5 0,-3-1 0,-6 0 0,16-5 0,-5 2 0,8 1 0,4-4 0,-1 2 0,10 2 0,2-4 0,3 3 0,2-5 0,-1 3 0,-11 1 0,-7 3 0,-11-3 0,-11 2 0,-9 1 0,1 1 0,-5 3 0,11 1 0,3-4 0,-1 0 0,8 0 0,2 2 0,8 1 0,0 1 0,6 1 0,-2 0 0,-1 1 0,-4 1 0,4-1 0,-3 0 0,-7 0 0,-2 0 0,-2 0 0,-6 1 0,5-1 0,7 0 0,-3 0 0,0 0 0,5 0 0,11 0 0,7 0 0,-7 0 0,2-1 0,1 7 0,-3 0 0,7 0 0,-8-1 0,-5 4 0,-4 0 0,-9-2 0,3-1 0,-1-3 0,-11-1 0,-5 5 0,-7-1 0,-9 0 0,-3-1 0,-1-2 0,-4-1 0,0-1 0,3-1 0,-4 0 0,-3 0 0,-5-1 0,-9 1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7:01.445"/>
    </inkml:context>
    <inkml:brush xml:id="br0">
      <inkml:brushProperty name="width" value="0.05" units="cm"/>
      <inkml:brushProperty name="height" value="0.05" units="cm"/>
      <inkml:brushProperty name="color" value="#AE198D"/>
      <inkml:brushProperty name="inkEffects" value="galaxy"/>
      <inkml:brushProperty name="anchorX" value="-202874.35938"/>
      <inkml:brushProperty name="anchorY" value="-21390.98828"/>
      <inkml:brushProperty name="scaleFactor" value="0.5"/>
    </inkml:brush>
  </inkml:definitions>
  <inkml:trace contextRef="#ctx0" brushRef="#br0">1244 2023 24575,'0'0'0,"5"0"0,13 0 0,5-6 0,6 0 0,2 0 0,0 1 0,1-4 0,-1 1 0,0 1 0,-1-4 0,-1 2 0,12 1 0,-1 2 0,7 2 0,-3 2 0,-2-5 0,2 1 0,-9-5 0,2 0 0,4 2 0,-1-4 0,4 3 0,9-4 0,-2 2 0,3 2 0,-5 3 0,-5-3 0,1 2 0,-10-5 0,3 3 0,-4 1 0,-1-4 0,4 3 0,0 2 0,4-4 0,4 3 0,-1 0 0,-2 4 0,2 1 0,-3 2 0,-3-5 0,3 1 0,-3 1 0,-1-5 0,-2 1 0,-3 1 0,-2 2 0,0 2 0,-1 2 0,-1 1 0,1 1 0,5 0 0,0 1 0,-5-7 0,-2 1 0,0-1 0,-1 1 0,7 2 0,0 1 0,0 1 0,6 0 0,-1 1 0,5 0 0,-2 0 0,-2 1 0,-3-1 0,-3 0 0,-1 0 0,-2 0 0,4 0 0,1 0 0,-1 0 0,5 0 0,-1 0 0,-1 0 0,3 0 0,5 0 0,4 0 0,-3 0 0,-2 0 0,1 0 0,-4 0 0,-2-6 0,-4 1 0,-3-1 0,-1 1 0,-2 1 0,0-4 0,-1 1 0,6 1 0,6 1 0,0 2 0,5-5 0,-2 1 0,-2 0 0,2 2 0,-3 2 0,-2 1 0,-3 1 0,3 0 0,-2 2 0,11-1 0,-1 0 0,-3 0 0,3 1 0,3-1 0,-4 0 0,-3 0 0,2 0 0,-4 0 0,3 0 0,-2 0 0,3 0 0,3 0 0,-2 0 0,8 0 0,3 0 0,-4 0 0,7 0 0,-5 0 0,6 0 0,6 0 0,1 0 0,0 0 0,3 0 0,-7 0 0,10 0 0,3 0 0,-1 0 0,-3 0 0,2 6 0,-3 0 0,-10 0 0,-2-1 0,-4-1 0,6-2 0,-1-1 0,2 0 0,-2-1 0,6 6 0,0-1 0,10 1 0,10-2 0,11 11 0,2-1 0,-6-1 0,-2 3 0,3-3 0,-13-3 0,-1-3 0,-2 3 0,-10-2 0,1-1 0,2 3 0,3 0 0,-1-3 0,3-1 0,-9 3 0,2-1 0,-3-1 0,15 4 0,9 4 0,0 4 0,6-2 0,-5-2 0,-3 1 0,-12-4 0,3-2 0,-10-4 0,-5-2 0,-4-2 0,-8-2 0,-2 0 0,-6-1 0,7 1 0,8-1 0,3 1 0,7-1 0,6 1 0,-1 0 0,3 0 0,3 0 0,14 0 0,-4 0 0,7 0 0,-1 0 0,-12 0 0,-4 0 0,5 0 0,6 0 0,-10 0 0,1-5 0,-2-1 0,-10-6 0,6-4 0,-4 0 0,3-2 0,-8 2 0,-10-1 0,-9 2 0,-9 4 0,-5-2 0,-3-9 0,-3 2 0,-1-3 0,0 4 0,-5-1 0,-1 4 0,-4-2 0,0 5 0,-3-3 0,-5-9 0,-2-2 0,-3-3 0,-3-2 0,-6 7 0,-1 0 0,-7 0 0,-4 0 0,-10-7 0,-4-7 0,-9-6 0,-5-6 0,-6 2 0,2 4 0,10 4 0,4 10 0,5 4 0,1 2 0,2 7 0,-5 5 0,-7-1 0,-6-2 0,-11 3 0,-5-4 0,-7-2 0,-18-4 0,-6-7 0,-4-3 0,6-2 0,2 2 0,1 5 0,8 8 0,-1 1 0,1 6 0,-2-2 0,-1-2 0,-2-3 0,-18-3 0,-8-3 0,-6-2 0,9 0 0,4-2 0,2 1 0,-3 5 0,10 1 0,8-1 0,4 0 0,2-1 0,5-2 0,-6-1 0,-8 0 0,-8-1 0,-7 0 0,-6 0 0,-9 6 0,-3 0 0,5 5 0,-5 6 0,-10-1 0,-5 3 0,6 2 0,-2 3 0,-7 2 0,-15 2 0,-2 1 0,-1 0 0,-10 1 0,-8-1 0,2 1 0,-1 5 0,6 0 0,13 0 0,6 4 0,28 0 0,10-2 0,11-2 0,9-2 0,10-2 0,-3-1 0,1-1 0,-13 6 0,5-1 0,0 1 0,2-2 0,7 5 0,7 5 0,1-1 0,-7-2 0,4 3 0,3 4 0,-1-3 0,5 3 0,3 3 0,3-4 0,-7 2 0,0 2 0,2-3 0,-8 2 0,-4 1 0,3 2 0,-8-3 0,-1 1 0,5 1 0,5-4 0,1 2 0,5-5 0,5 2 0,-3-3 0,3-4 0,2-3 0,8-3 0,9-2 0,6-1 0,6-1 0,5 5 0,-4 0 0,1 0 0,-11 0 0,1 3 0,1 0 0,-3-1 0,4-1 0,-3-3 0,3-1 0,-3-1 0,-3 5 0,3 0 0,-8 0 0,3-2 0,-2-1 0,-1-1 0,4-1 0,-1 0 0,-1-1 0,4 0 0,-1-1 0,4 1 0,-7 0 0,-3 0 0,3 0 0,4 0 0,0 0 0,5 0 0,3 0 0,4 0 0,2-6 0,-3 0 0,1 0 0,-5 1 0,1 2 0,1 1 0,3 0 0,2 2 0,2 0 0,-5 0 0,-5 0 0,1 1 0,-5-1 0,2 0 0,3 0 0,-3 0 0,3 0 0,-3 0 0,2 0 0,3 0 0,2 0 0,3 0 0,2 0 0,2 0 0,0 0 0,0 0 0,1 0 0,0 0 0,5 6 0,1 5 0,-1 1 0,4 10 0,0 10 0,-2 4 0,-1 0 0,3 0 0,4-1 0,5-2 0,-2 4 0,3-1 0,2-1 0,2-1 0,3-2 0,0 4 0,2 0 0,0 5 0,0-1 0,1-2 0,-1-3 0,1 4 0,5-7 0,5-2 0,1 4 0,4-7 0,-1 6 0,8 5 0,3 0 0,3 6 0,1 3 0,0-1 0,1-9 0,-1-4 0,0-4 0,-1-2 0,6 0 0,6 0 0,0 0 0,-1 1 0,-3-6 0,-3-5 0,-2 0 0,5-5 0,-7 2 0,-2-2 0,0-3 0,-1-3 0,0-3 0,0-1 0,1-1 0,0-2 0,1 1 0,-6-1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7:04.722"/>
    </inkml:context>
    <inkml:brush xml:id="br0">
      <inkml:brushProperty name="width" value="0.05" units="cm"/>
      <inkml:brushProperty name="height" value="0.05" units="cm"/>
      <inkml:brushProperty name="color" value="#AE198D"/>
      <inkml:brushProperty name="inkEffects" value="galaxy"/>
      <inkml:brushProperty name="anchorX" value="-161205.90625"/>
      <inkml:brushProperty name="anchorY" value="-16278.13574"/>
      <inkml:brushProperty name="scaleFactor" value="0.5"/>
    </inkml:brush>
  </inkml:definitions>
  <inkml:trace contextRef="#ctx0" brushRef="#br0">0 202 24575,'14489'-201'0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7:07.785"/>
    </inkml:context>
    <inkml:brush xml:id="br0">
      <inkml:brushProperty name="width" value="0.05" units="cm"/>
      <inkml:brushProperty name="height" value="0.05" units="cm"/>
      <inkml:brushProperty name="color" value="#AE198D"/>
      <inkml:brushProperty name="inkEffects" value="galaxy"/>
      <inkml:brushProperty name="anchorX" value="-216945.78125"/>
      <inkml:brushProperty name="anchorY" value="-21158.86914"/>
      <inkml:brushProperty name="scaleFactor" value="0.5"/>
    </inkml:brush>
  </inkml:definitions>
  <inkml:trace contextRef="#ctx0" brushRef="#br0">0 228 24575,'0'0'0,"69"-5"0,112-7 0,66 0 0,85-10-7339,71 2 9436,27 2-3146,14 0-1435,-7 3 3194,-13-7-1065,-21 2 355,-18 4 0,-28 4 0,-47 5 534,-9-3-686,-18 2 228,-34 2-76,-32 2 0,-34 7-595,-33 1 765,-38 2 2567,-31-1-3543,-25-2 5219,-11 0-5559,-11-2 3799,-4 0-3248,-3-1 1865,-6 0-1548</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2:57:10.287"/>
    </inkml:context>
    <inkml:brush xml:id="br0">
      <inkml:brushProperty name="width" value="0.05" units="cm"/>
      <inkml:brushProperty name="height" value="0.05" units="cm"/>
      <inkml:brushProperty name="color" value="#AE198D"/>
      <inkml:brushProperty name="inkEffects" value="galaxy"/>
      <inkml:brushProperty name="anchorX" value="-224171.98438"/>
      <inkml:brushProperty name="anchorY" value="-21974.03906"/>
      <inkml:brushProperty name="scaleFactor" value="0.5"/>
    </inkml:brush>
  </inkml:definitions>
  <inkml:trace contextRef="#ctx0" brushRef="#br0">1 0 24575,'0'0'0,"24"5"0,50 8 0,38 5 0,36-1 0,15 8 0,7-2 0,-7-4 0,-5-6 0,-17-4 0,-11-4 0,-8 3 0,-17-2 0,-3-1 0,-13 5 0,-10-1 0,-2-2 0,-7-1 0,-10 3 0,-4-1 0,-8-1 0,-7-2 0,1-1 0,-4 3 0,-2 0 0,-3-1 0,-2-1 0,-1-2 0,-7 4 0,-1 0 0,1-1 0,1-1 0,1-2 0,1-1 0,1-1 0,7 0 0,1-2 0,-6 1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3:00:19.929"/>
    </inkml:context>
    <inkml:brush xml:id="br0">
      <inkml:brushProperty name="width" value="0.05" units="cm"/>
      <inkml:brushProperty name="height" value="0.05" units="cm"/>
      <inkml:brushProperty name="color" value="#AE198D"/>
      <inkml:brushProperty name="inkEffects" value="galaxy"/>
      <inkml:brushProperty name="anchorX" value="-227798.95313"/>
      <inkml:brushProperty name="anchorY" value="-23280.13867"/>
      <inkml:brushProperty name="scaleFactor" value="0.5"/>
    </inkml:brush>
  </inkml:definitions>
  <inkml:trace contextRef="#ctx0" brushRef="#br0">1 0 24575,'0'0'0,"4"0"0,20 0 0,17 0 0,11 0 0,13 0 0,-2 0 0,0 0 0,-1 0 0,-2 0 0,0 0 0,-8 0 0,0 0 0,0 6 0,0 0 0,2 0 0,-4-2 0,6 0 0,-5-2 0,2-1 0,0 0 0,-4-1 0,-6 0 0,2 0 0,-4-1 0,2 1 0,3 0 0,4 0 0,2 0 0,4 0 0,0 0 0,-4 0 0,1 0 0,-7 0 0,-4 0 0,1 0 0,-4 0 0,-2 0 0,-3 0 0,3 0 0,-1 0 0,5 0 0,-1 0 0,-2 0 0,3 5 0,-2 1 0,9 0 0,11-1 0,-3-1 0,8-2 0,0-1 0,0 0 0,-1-1 0,-8-1 0,5 1 0,-1 0 0,-5 0 0,-1 0 0,-6-1 0,-5 1 0,1 0 0,2 0 0,-3 0 0,4 0 0,-4 0 0,-2 0 0,2 0 0,-3 0 0,-2 0 0,3 0 0,-2 0 0,-1 0 0,-3 0 0,-1 0 0,-3 0 0,0 0 0,-1 0 0,-1 0 0,6 0 0,1 0 0,5 0 0,0 0 0,-2 0 0,3 0 0,-1 0 0,3 0 0,-2 0 0,4 0 0,2 0 0,4 0 0,-3 0 0,-4 0 0,1 0 0,-4 0 0,3 0 0,3 0 0,9 0 0,3 0 0,-4 0 0,-5 0 0,-6 0 0,-6 0 0,-5 0 0,-2 0 0,-2 0 0,-2 0 0,1 0 0,0 0 0,6 0 0,0 0 0,0 0 0,0 0 0,-2 0 0,-7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3:00:24.724"/>
    </inkml:context>
    <inkml:brush xml:id="br0">
      <inkml:brushProperty name="width" value="0.05" units="cm"/>
      <inkml:brushProperty name="height" value="0.05" units="cm"/>
      <inkml:brushProperty name="color" value="#AE198D"/>
      <inkml:brushProperty name="inkEffects" value="galaxy"/>
      <inkml:brushProperty name="anchorX" value="-187065.54688"/>
      <inkml:brushProperty name="anchorY" value="-19482.73047"/>
      <inkml:brushProperty name="scaleFactor" value="0.5"/>
    </inkml:brush>
  </inkml:definitions>
  <inkml:trace contextRef="#ctx0" brushRef="#br0">0 0 24575,'9006'87'0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3:00:30.391"/>
    </inkml:context>
    <inkml:brush xml:id="br0">
      <inkml:brushProperty name="width" value="0.05" units="cm"/>
      <inkml:brushProperty name="height" value="0.05" units="cm"/>
      <inkml:brushProperty name="color" value="#AE198D"/>
      <inkml:brushProperty name="inkEffects" value="galaxy"/>
      <inkml:brushProperty name="anchorX" value="-243798.125"/>
      <inkml:brushProperty name="anchorY" value="-25456.68555"/>
      <inkml:brushProperty name="scaleFactor" value="0.5"/>
    </inkml:brush>
  </inkml:definitions>
  <inkml:trace contextRef="#ctx0" brushRef="#br0">1 1 24575,'0'0'0,"10"0"0,20 0 0,17 0 0,4 0 0,12 0 0,2 0 0,1 0 0,4 0 0,-7 0 0,-1 0 0,-9 0 0,-2 0 0,-6 0 0,-5 0 0,2 0 0,-4 0 0,3 0 0,-1 0 0,-3 0 0,4 0 0,-2 0 0,3 0 0,10 0 0,4 0 0,15 0 0,13 0 0,6 5 0,-2 1 0,-6 0 0,-12-1 0,-7-2 0,0 0 0,-1-2 0,-2-1 0,-6 0 0,-2 0 0,-5 6 0,-6-1 0,1 1 0,-3-1 0,3-2 0,15-1 0,-1-1 0,2 0 0,-5-1 0,0 0 0,-6 0 0,1-1 0,1 1 0,13 6 0,3 0 0,2-1 0,-1 6 0,-7-2 0,-3-1 0,-7-2 0,5-2 0,7-1 0,-5-2 0,2-1 0,-1 0 0,-6 5 0,6 1 0,0-1 0,2 0 0,5 4 0,1-1 0,-6 0 0,4-3 0,-1 5 0,-6-2 0,4-1 0,-6-2 0,0-2 0,11 5 0,-5-2 0,1 0 0,-1-1 0,-7-2 0,0-1 0,-7-1 0,0-1 0,8 0 0,-3 0 0,-4 0 0,0-1 0,-3 1 0,1 0 0,-3 0 0,2 0 0,3 0 0,9 6 0,4 0 0,6-1 0,8 0 0,-1 5 0,4-2 0,-9-1 0,8-2 0,3-1 0,-3 3 0,-4 0 0,-3-1 0,-11-1 0,-2-2 0,-9-1 0,0-1 0,1-1 0,-4 0 0,2 0 0,-3 0 0,-4-1 0,3 1 0,3 0 0,3 0 0,-2 0 0,-3 0 0,8 0 0,-4 0 0,-3 0 0,-4 0 0,-4 0 0,-3 0 0,3 0 0,-1 0 0,-1 0 0,-1 0 0,10 0 0,-1 0 0,0 0 0,3 0 0,2 0 0,-2 0 0,-3 0 0,-4 0 0,-3 0 0,-4 0 0,-1 0 0,11 0 0,5 0 0,0 0 0,3 0 0,-3 0 0,-3 0 0,-5 0 0,-4 0 0,-2 0 0,-2 0 0,-7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3:00:31.949"/>
    </inkml:context>
    <inkml:brush xml:id="br0">
      <inkml:brushProperty name="width" value="0.05" units="cm"/>
      <inkml:brushProperty name="height" value="0.05" units="cm"/>
      <inkml:brushProperty name="color" value="#AE198D"/>
      <inkml:brushProperty name="inkEffects" value="galaxy"/>
      <inkml:brushProperty name="anchorX" value="-252520.17188"/>
      <inkml:brushProperty name="anchorY" value="-26789.04688"/>
      <inkml:brushProperty name="scaleFactor" value="0.5"/>
    </inkml:brush>
  </inkml:definitions>
  <inkml:trace contextRef="#ctx0" brushRef="#br0">0 1 24575,'0'0'0,"10"0"0,26 0 0,23 0 0,4 0 0,16 0 0,12 0 0,10 0 0,-4 0 0,-8 0 0,-8 0 0,-2 0 0,4 0 0,1 0 0,-8 0 0,-1 0 0,-11 0 0,-9 0 0,-10 0 0,-7 0 0,-5 0 0,-4 0 0,-7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3:00:35.586"/>
    </inkml:context>
    <inkml:brush xml:id="br0">
      <inkml:brushProperty name="width" value="0.05" units="cm"/>
      <inkml:brushProperty name="height" value="0.05" units="cm"/>
      <inkml:brushProperty name="color" value="#AE198D"/>
      <inkml:brushProperty name="inkEffects" value="galaxy"/>
      <inkml:brushProperty name="anchorX" value="-254925"/>
      <inkml:brushProperty name="anchorY" value="-27805.04688"/>
      <inkml:brushProperty name="scaleFactor" value="0.5"/>
    </inkml:brush>
  </inkml:definitions>
  <inkml:trace contextRef="#ctx0" brushRef="#br0">0 227 24575,'0'0'0,"10"0"0,15 0 0,16 6 0,15 0 0,14 0 0,3-1 0,6 4 0,3-1 0,-3-1 0,1-2 0,1-1 0,-9-2 0,0-1 0,1-1 0,-8 0 0,-4 0 0,-8-1 0,-7 1 0,4 0 0,-5 6 0,3 0 0,8 0 0,-4-1 0,9-1 0,-6-2 0,0-1 0,1 0 0,-6-1 0,0 5 0,1 1 0,7 0 0,7-2 0,8 0 0,1-2 0,3-1 0,3-1 0,-9 0 0,8 0 0,-5 0 0,-9 0 0,-4 0 0,-9-1 0,-2 1 0,0 0 0,-5 0 0,-4 0 0,1 0 0,-3 0 0,4 0 0,-3 0 0,3 0 0,4 0 0,-2 0 0,-3 0 0,-4 0 0,-4 0 0,4 0 0,4 0 0,4 0 0,-1 0 0,3 0 0,3 0 0,-4 0 0,2 0 0,7 0 0,3 0 0,7 0 0,-5 0 0,5 0 0,-1 0 0,-7 0 0,4 0 0,-1 0 0,-1 0 0,0 0 0,-6 0 0,-2 0 0,0 0 0,1 0 0,1 0 0,8 0 0,6 0 0,12 0 0,12 6 0,4 0 0,0 0 0,6-1 0,3-2 0,-7-1 0,2 0 0,-4-2 0,4 0 0,-14 0 0,-3 5 0,-2 1 0,-12 0 0,0-2 0,-9 0 0,-9-2 0,-2-1 0,-1 5 0,-4 0 0,1 0 0,3-1 0,-3-2 0,-3-1 0,-5 5 0,-2-1 0,-4 0 0,5-2 0,-2 6 0,12-2 0,5-1 0,4-2 0,3-1 0,-5-2 0,1-1 0,0-1 0,-12 6 0,2 0 0,-6-1 0,3 0 0,-2-2 0,-3-1 0,-1-1 0,-3 0 0,4-1 0,0-1 0,-2 1 0,0 0 0,-2 0 0,4 0 0,0 0 0,-1-1 0,-2 1 0,0 0 0,3 0 0,0 0 0,-1 0 0,4-5 0,0-1 0,-8-6 0,-3-5 0,-1 2 0,-1 2 0,-5-3 0,0-2 0,-6-3 0,3-3 0,-5-2 0,-3-2 0,2-1 0,-2 0 0,3 0 0,-2-1 0,4 1 0,-3-1 0,-2 1 0,-3 0 0,-2 1 0,-3-1 0,-1 6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3:00:55.011"/>
    </inkml:context>
    <inkml:brush xml:id="br0">
      <inkml:brushProperty name="width" value="0.05" units="cm"/>
      <inkml:brushProperty name="height" value="0.05" units="cm"/>
      <inkml:brushProperty name="color" value="#AE198D"/>
      <inkml:brushProperty name="inkEffects" value="galaxy"/>
      <inkml:brushProperty name="anchorX" value="-211219.53125"/>
      <inkml:brushProperty name="anchorY" value="-22875.55859"/>
      <inkml:brushProperty name="scaleFactor" value="0.5"/>
    </inkml:brush>
  </inkml:definitions>
  <inkml:trace contextRef="#ctx0" brushRef="#br0">1 11 24575,'29528'0'0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3:01:47.395"/>
    </inkml:context>
    <inkml:brush xml:id="br0">
      <inkml:brushProperty name="width" value="0.05" units="cm"/>
      <inkml:brushProperty name="height" value="0.05" units="cm"/>
      <inkml:brushProperty name="color" value="#AE198D"/>
      <inkml:brushProperty name="inkEffects" value="galaxy"/>
      <inkml:brushProperty name="anchorX" value="-254270.5"/>
      <inkml:brushProperty name="anchorY" value="-31033.12305"/>
      <inkml:brushProperty name="scaleFactor" value="0.5"/>
    </inkml:brush>
  </inkml:definitions>
  <inkml:trace contextRef="#ctx0" brushRef="#br0">1 17 24575,'22168'0'0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3:02:10.137"/>
    </inkml:context>
    <inkml:brush xml:id="br0">
      <inkml:brushProperty name="width" value="0.05" units="cm"/>
      <inkml:brushProperty name="height" value="0.05" units="cm"/>
      <inkml:brushProperty name="color" value="#AE198D"/>
      <inkml:brushProperty name="inkEffects" value="galaxy"/>
      <inkml:brushProperty name="anchorX" value="-273578.28125"/>
      <inkml:brushProperty name="anchorY" value="-33532.01563"/>
      <inkml:brushProperty name="scaleFactor" value="0.5"/>
    </inkml:brush>
  </inkml:definitions>
  <inkml:trace contextRef="#ctx0" brushRef="#br0">1 34 24575,'22543'0'0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3:02:14.390"/>
    </inkml:context>
    <inkml:brush xml:id="br0">
      <inkml:brushProperty name="width" value="0.05" units="cm"/>
      <inkml:brushProperty name="height" value="0.05" units="cm"/>
      <inkml:brushProperty name="color" value="#AE198D"/>
      <inkml:brushProperty name="inkEffects" value="galaxy"/>
      <inkml:brushProperty name="anchorX" value="-355953.0625"/>
      <inkml:brushProperty name="anchorY" value="-42846.28516"/>
      <inkml:brushProperty name="scaleFactor" value="0.5"/>
    </inkml:brush>
  </inkml:definitions>
  <inkml:trace contextRef="#ctx0" brushRef="#br0">0 163 24575,'0'0'0,"10"0"0,9 0 0,16 0 0,21 0 0,15 0 0,16 0 0,6-6 0,10 0 0,-1 0 0,-14 1 0,-2 2 0,-5 1 0,-5 0 0,-6 2 0,0 0 0,-8 0 0,-8 0 0,-10 1 0,0-1 0,-5 0 0,8 0 0,3 0 0,-1 0 0,7 0 0,8 0 0,2 0 0,6 0 0,10 0 0,-1 0 0,3 0 0,1 0 0,-11 0 0,-6 0 0,-11 0 0,-9 0 0,3 0 0,-5 0 0,-4 0 0,7 0 0,-3 0 0,9 0 0,-4 0 0,8 0 0,7 0 0,-5 0 0,0 0 0,-2 0 0,-6 0 0,-1 0 0,-6 0 0,0 0 0,2 0 0,8 0 0,2 0 0,-3 0 0,1 0 0,-1 0 0,-6 0 0,-5 0 0,1 0 0,-4 0 0,2 0 0,8 0 0,-1 0 0,3 0 0,1 0 0,-5 0 0,2 0 0,6 0 0,-4 0 0,13 0 0,0 0 0,2-6 0,3 0 0,5 1 0,-3 0 0,9-4 0,3 0 0,-3 2 0,-5 2 0,-1-4 0,-4 1 0,-4 1 0,-4 2 0,-3-4 0,4 0 0,-6 2 0,-8 2 0,-7 2 0,0 1 0,-5 1 0,-3 1 0,-2 0 0,-3 0 0,4 0 0,0 1 0,-1-1 0,0 0 0,3 0 0,-1 0 0,6 0 0,-2 0 0,-2 0 0,-2 0 0,3 0 0,4 0 0,5 0 0,-3 0 0,4 0 0,-4 0 0,-4 0 0,-3 0 0,1 0 0,-1 0 0,-3 0 0,-1 0 0,-3 0 0,0 0 0,4 0 0,5 0 0,1 0 0,4 0 0,-2 0 0,-3 0 0,-3 0 0,3 0 0,-3 0 0,5 0 0,-2 0 0,-3 0 0,-1 0 0,-3 0 0,-2 0 0,-1 0 0,-1 0 0,-1 0 0,0 0 0,1 0 0,0 0 0,-1 0 0,1 0 0,5 0 0,1 0 0,0 0 0,-1 0 0,-2 0 0,-1 0 0,-1 0 0,0 0 0,-1 0 0,-1 0 0,1 0 0,-1 0 0,1 0 0,5 0 0,1 0 0,0-6 0,-1 1 0,-8-1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3:02:30.517"/>
    </inkml:context>
    <inkml:brush xml:id="br0">
      <inkml:brushProperty name="width" value="0.05" units="cm"/>
      <inkml:brushProperty name="height" value="0.05" units="cm"/>
      <inkml:brushProperty name="color" value="#AE198D"/>
      <inkml:brushProperty name="inkEffects" value="galaxy"/>
      <inkml:brushProperty name="anchorX" value="-364841.15625"/>
      <inkml:brushProperty name="anchorY" value="-43700.26953"/>
      <inkml:brushProperty name="scaleFactor" value="0.5"/>
    </inkml:brush>
  </inkml:definitions>
  <inkml:trace contextRef="#ctx0" brushRef="#br0">61 1273 24575,'0'0'0,"5"0"0,13 5 0,11 1 0,11 0 0,3-1 0,5-2 0,-2 0 0,-3-2 0,-4-1 0,2 0 0,3 0 0,-2 0 0,4 0 0,2 5 0,-2 1 0,-4 0 0,-3-1 0,-5-2 0,4-1 0,-2 0 0,5-2 0,-2 0 0,-2 0 0,-2 0 0,-2-1 0,-1 1 0,3 0 0,0 0 0,0 0 0,-2 0 0,-1 0 0,10 0 0,0 0 0,-1 0 0,3 0 0,-2 0 0,3 0 0,-3 0 0,-3 0 0,-3 0 0,3 0 0,-2 0 0,-2 0 0,5 0 0,-3 0 0,5 0 0,-1 0 0,-3 0 0,-2 0 0,-3 0 0,-2 0 0,-1 0 0,-1 0 0,0-11 0,-27 8 0,1 1 0,0-1 0,0 1 0,-1-1 0,1 1 0,-1-1 0,3-3 0,34-40 0,2-23 0,-6-7 0,-6-2 0,-10 8 0,-1 5 0,-6 9 0,-4 10 0,-4 7 0,-1 5 0,-3 3 0,0 3 0,-1 1 0,0-6 0,-5 0 0,-7-1 0,1-5 0,-5 7 0,3 2 0,-4 7 0,4 0 0,-3 7 0,3-1 0,-2 4 0,-2 4 0,-4-3 0,-3-3 0,-2 2 0,-1-4 0,-1 3 0,0-2 0,0 2 0,-1-2 0,1 2 0,-12 4 0,0 2 0,0 4 0,-3-4 0,-4 1 0,3-4 0,-3 1 0,-7-5 0,2-3 0,-7 2 0,-1-2 0,5 2 0,6 4 0,7 4 0,6 4 0,4-5 0,3 2 0,2 1 0,0 2 0,0 1 0,1 1 0,-7 2 0,0-1 0,-6 2 0,0-1 0,-4 0 0,-4 0 0,3 7 0,-3-1 0,3 6 0,4-1 0,-7 4 0,-4-2 0,9 3 0,-2-2 0,5 2 0,2 3 0,4-3 0,8 3 0,2 2 0,1 3 0,0-4 0,3 1 0,6 1 0,-1 2 0,-2 13 0,2 2 0,4 1 0,-3-2 0,3-2 0,-3-2 0,3-2 0,1-2 0,-2-6 0,2-2 0,2 1 0,2 0 0,2 2 0,2 7 0,1 2 0,1 6 0,1-1 0,-1 0 0,7-3 0,-1-2 0,6-3 0,-1 6 0,5-8 0,2 0 0,5 4 0,2 0 0,2 0 0,2-6 0,0-7 0,6-2 0,-5 2 0,-1-5 0,0 2 0,-2-4 0,7-2 0,0-5 0,6-1 0,-1-4 0,5 0 0,-3-1 0,-1-1 0,-4 6 0,-2 0 0,-2 1 0,3-2 0,6 0 0,-6-2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3:02:55.519"/>
    </inkml:context>
    <inkml:brush xml:id="br0">
      <inkml:brushProperty name="width" value="0.05" units="cm"/>
      <inkml:brushProperty name="height" value="0.05" units="cm"/>
      <inkml:brushProperty name="color" value="#AE198D"/>
      <inkml:brushProperty name="inkEffects" value="galaxy"/>
      <inkml:brushProperty name="anchorX" value="-226768.04688"/>
      <inkml:brushProperty name="anchorY" value="-23781.05859"/>
      <inkml:brushProperty name="scaleFactor" value="0.5"/>
    </inkml:brush>
  </inkml:definitions>
  <inkml:trace contextRef="#ctx0" brushRef="#br0">1 230 24575,'11487'-230'0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3:02:59.853"/>
    </inkml:context>
    <inkml:brush xml:id="br0">
      <inkml:brushProperty name="width" value="0.05" units="cm"/>
      <inkml:brushProperty name="height" value="0.05" units="cm"/>
      <inkml:brushProperty name="color" value="#AE198D"/>
      <inkml:brushProperty name="inkEffects" value="galaxy"/>
      <inkml:brushProperty name="anchorX" value="-295907.1875"/>
      <inkml:brushProperty name="anchorY" value="-30511.86914"/>
      <inkml:brushProperty name="scaleFactor" value="0.5"/>
    </inkml:brush>
  </inkml:definitions>
  <inkml:trace contextRef="#ctx0" brushRef="#br0">0 3 24575,'0'0'0,"10"0"0,39 0 0,15 0 0,23 0 0,25 0 0,22 0 0,12 0 0,-5 0 0,1 0 0,-6 0 0,-6 0 0,-11 0 0,-10 6 0,-4 0 0,-6 0 0,-16-1 0,-4-1 0,-8-2 0,-11-1 0,-5 0 0,4-1 0,-1 0 0,1-1 0,0 1 0,6 0 0,-1 0 0,0 0 0,-1 0 0,-1 0 0,-2 0 0,-1 0 0,5 5 0,5 1 0,6 0 0,-1-1 0,9 4 0,3-1 0,-3-1 0,0-1 0,-6-3 0,-5 5 0,6-1 0,3-1 0,-9-1 0,7-2 0,2-1 0,8-1 0,2-1 0,2 0 0,-7-1 0,-13 1 0,-1 0 0,-12 0 0,-3 0 0,-9-1 0,-1 1 0,1 0 0,2 0 0,3 0 0,-5 0 0,2 0 0,1 0 0,-4 0 0,-4 1 0,1-1 0,2 0 0,3 0 0,-2 5 0,1 1 0,3 0 0,-4-1 0,1-2 0,-3 0 0,12-2 0,3-1 0,3 0 0,0 0 0,0 0 0,-2 0 0,5-1 0,-1 7 0,5 0 0,-2 0 0,5-2 0,-8 0 0,3-2 0,-8-1 0,3 0 0,10 5 0,11 0 0,0 0 0,8 4 0,2 0 0,5-2 0,-7-2 0,4-2 0,-2-2 0,-7 5 0,-2-1 0,-8 0 0,1-2 0,-6-1 0,1-1 0,-3-1 0,-3-1 0,-9 0 0,-3 0 0,-7 0 0,11-1 0,1 1 0,2 0 0,11 0 0,6 0 0,5 0 0,3-6 0,1-5 0,1-1 0,-6 1 0,-1-3 0,0 2 0,-11 2 0,0 4 0,-9 1 0,-10 3 0,-8-4 0,-2 0 0,2 0 0,-2 2 0,2-5 0,3 2 0,-2 0 0,2 2 0,3 1 0,-4-3 0,2 0 0,-3 1 0,1 1 0,3 2 0,2-5 0,14 1 0,2 1 0,-4 1 0,-2-4 0,-2 2 0,-1 0 0,-6-4 0,-7 1 0,-6 2 0,-4 2 0,2 2 0,-2 2 0,-1 1 0,-2 1 0,0 0 0,-2 0 0,-1 1 0,-6-1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3:03:12.249"/>
    </inkml:context>
    <inkml:brush xml:id="br0">
      <inkml:brushProperty name="width" value="0.05" units="cm"/>
      <inkml:brushProperty name="height" value="0.05" units="cm"/>
      <inkml:brushProperty name="color" value="#AE198D"/>
      <inkml:brushProperty name="inkEffects" value="galaxy"/>
      <inkml:brushProperty name="anchorX" value="-307427.1875"/>
      <inkml:brushProperty name="anchorY" value="-31527.35938"/>
      <inkml:brushProperty name="scaleFactor" value="0.5"/>
    </inkml:brush>
  </inkml:definitions>
  <inkml:trace contextRef="#ctx0" brushRef="#br0">177 1908 24575,'0'0'0,"10"0"0,26 0 0,23 0 0,44 0 0,23 0 0,18 6 0,2 5 0,4 1 0,-7 4 0,-1-1 0,-6 2 0,5 3 0,12 9 0,19 8 0,26 13-1121,21 1 1442,6-1-481,-4 0 160,-4-4 0,-28-4 0,-12-5 0,-19 8 0,-11-2-231,-11-8 297,-9-3-99,-12-8 33,-10-2 0,-3-7 0,-10-5 1109,-11-3-1426,-2-4 718,-2-2-470,-4-2 103,-5 1-34,3-1 0,-9 0 0,3 0 0,-2 1 0,-7-1 0,-1 1 0,-8 0 0,1 0 0,6 0 0,3 0 0,7-5 0,7-1 0,7 0 0,-2 1 0,3 2 0,8 0 0,-10 2 0,-10 1 0,-12 0 0,2 0 0,-3 0 0,2 0 0,-1 0 0,13 1 0,-5-1 0,7 0 0,3 0 0,-1 0 0,3 0 0,-3 0 0,-2 0 0,-4 0 0,-4 0 0,-7 0 0,-3 0 0,-6 0 0,1 0 0,0 0 0,-2 0 0,18 0 0,4 0 0,14 0 0,-7 0 0,4 0 0,-10 0 0,-5 0 0,8 0 0,-7 0 0,-8 0 0,-8 0 0,-7 0 0,-6 0 0,7 0 0,22 0 0,10 0 0,5 0 0,4 0 0,8 0 0,-4 0 0,-6 0 0,5-6 0,-11 0 0,-6 0 0,-5 1 0,-15-4 0,-9 0 0,-7 2 0,-4-4 0,-2 1 0,-1-3 0,23 1 0,13 2 0,18 3 0,21 3 0,-2 1 0,7 2 0,-2 1 0,-4 1 0,2-1 0,8 1 0,3-1 0,3 1 0,-4-1 0,17 0 0,6 0 0,7 0 0,-8 0 0,-11 0 0,-5 0 0,-10 0 0,-2 0 0,6 0 0,-5 0 0,8-6 0,30 0 0,20-5 0,18 0 0,0-4 0,-9 2 0,-10-4 0,-7 4 0,-13 2 0,-16 3 0,-25 3 0,-19-3 0,-19 1 0,2 2 0,-5 0 0,-2 2 0,-6 2 0,-2 0 0,-6 1 0,1 0 0,1 0 0,-4 1 0,3-1 0,13 0 0,-2 0 0,2 0 0,-1 0 0,1 0 0,-2 0 0,-5 0 0,-1 0 0,5-5 0,-4-1 0,-4 0 0,-1 1 0,-4-4 0,1 1 0,8 1 0,-3 1 0,9 3 0,-5-5 0,1 1 0,0 1 0,-5 1 0,-6 2 0,-4 1 0,-6 1 0,-2 1 0,-2 0 0,-2 0 0,5 1 0,7-1 0,0 0 0,-1 0 0,43 12 0,63 11 0,69 18 0,56 15-2375,35 3 3054,-2 2-1019,-27 0 340,-33-11 0,-23-8 0,-38-6-746,-22-11 959,-25-2-320,-3-7 107,-3-6 0,15-4 0,2-3 0,4-2 0,6 4 0,0 0 0,-2 0 0,-7-1 0,-10-2 0,-18 0 0,-8-1 2293,-4-1-2948,-12 0 1811,-11 0-1393,-4 0 356,-8 0-119,1 0 0,1 0 0,15 0 0,3-1 0,9 1 0,5 0 0,10 0 0,4 0 0,-4 0 0,-6 0 0,-2 0 0,-11 1 0,-11-1 0,-11 0 0,-7 0 0,-1 0 0,3 0 0,-1 0 0,8 0 0,5 0 0,-2 0 0,1 0 0,1-6 0,1 0 0,-4-6 0,7 2 0,0-6 0,7 3 0,1-4 0,0-2 0,5-3 0,-2-3 0,-7-2 0,2-7 0,16-1 0,17-6 0,-6-5 0,1 1 0,-7-3 0,-2-3 0,-1 4 0,-11-2 0,-17 10 0,-4 4 0,-9 4 0,-17 3 0,-10 0 0,-7 7 0,-6-1 0,4 0 0,-2-1 0,7-1 0,5-3 0,5 0 0,-1-2 0,-9 1 0,-4 4 0,-4 1 0,-8 0 0,-7-1 0,0-2 0,-4-1 0,-4-6 0,-8-13 0,-14-24 0,-19-11 0,-17-14 0,-22-4 0,40 66 0,-46-39 0,-58-49 0,-15 8 0,-29 4-1382,-15 13 1777,-20 6-592,-5 16 197,-1 8 0,9 18 0,-1 4 0,3 7 0,4 4 0,-10 3 0,-4 1 0,0-4 0,4 5 0,15 6 0,4-5 0,9 6 0,-16 4 0,3 6 0,-2-2 0,-11 4 0,-1 1 0,12 4 0,-2 1 0,14 2 0,7 1 0,6 0-224,10 0 288,-3 1-96,-5-6 32,-19-1 0,5 0 0,-4 2-1177,9 0 1513,22 2-504,16 1 168,16 0 0,-2 1 0,0 0 0,-8 0 0,8 1 0,-18-1 0,-2 0 0,-13 0 0,1 0 0,-10 0 0,-6 0 0,3 6 474,-16 0-609,13 11 203,8 0-68,-14 4 0,8 3 0,7-4 0,-4 2 0,-4-5 0,-6 6 0,6-3 0,-4-3 0,14-5 0,15-5 0,7 9 0,-5-3 0,-15 5 0,-12-3 0,-22 3 0,16-3 0,-3-4 0,11-4 0,10 4 0,9-3 0,7-2 0,0-1 0,-14-2 0,0-2 0,-4 0 0,-1-1 0,10 0 0,11-1 0,13 1 0,20 0 216,3-1-278,4 1 1309,6 0-1594,0-6 520,10 1-173,-2-1 0,-1 1 0,-11 1 876,2 2-1126,-9 1 375,-14 0-125,-7 1 0,12 1 0,8-7 0,11 0 0,-3 1 0,11 0 0,-1-4 0,-2 1 0,-9-5 0,-22-4 0,-14-4 0,-8-4 0,4 4 0,6-2 0,14 6 0,13-8 0,12 5 0,4-3 0,5 5 0,-2-1 0,3 4 0,2 4 0,1-2 0,-9 3 0,-4-3 0,-6 1 0,-3-2 0,4 2 0,-6 2 0,16 3 0,12 3 0,17 1 0,3 2 0,1 1 0,2 1 0,-9-1 0,-11 1 0,-10-1 0,3 1 0,-6-1 0,-10 0 0,1 0 0,8 0 0,5 0 0,4 6 0,-3 0 0,1-1 0,1 6 0,-4 4 0,0-1 0,7 4 0,2 8 0,-10-2 0,-6 2 0,0 0 0,8-4 0,3-6 0,-3-6 0,2-3 0,7-4 0,6-3 0,14 0 0,6-1 0,4 0 0,7 0 0,0 0 0,-11 1 0,2-1 0,-1 7 0,-6 0 0,6 0 0,0-1 0,6 4 0,-4-1 0,-1-1 0,0-2 0,-2 5 0,-5-2 0,5-1 0,-5-1 0,1 3 0,0-1 0,2-1 0,7 3 0,0 0 0,7-3 0,0-1 0,-1-2 0,3-2 0,-2 4 0,-1 6 0,-4 5 0,4 6 0,-1 2 0,9 3 0,-1 1 0,4 1 0,3 6 0,1 0 0,3-1 0,6-1 0,1-1 0,1-7 0,-2 3 0,5 1 0,4 6 0,0 0 0,3-1 0,-8 5 0,2 11 0,-2 4 0,3-2 0,4-5 0,4-5 0,4-5 0,2-4 0,2-3 0,1-2 0,1 5 0,0 0 0,0-1 0,-1 0 0,12-1 0,0 4 0,6 6 0,-3-1 0,4 5 0,-4-3 0,-3-3 0,1-3 0,4-3 0,-3-3 0,-2-1 0,2-6 0,3 4 0,-2 0 0,2-5 0,-2 1 0,-4 0 0,2-5 0,3 1 0,4-4 0,-2 1 0,2 2 0,2-4 0,-4 4 0,-4-5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7T23:03:14.666"/>
    </inkml:context>
    <inkml:brush xml:id="br0">
      <inkml:brushProperty name="width" value="0.05" units="cm"/>
      <inkml:brushProperty name="height" value="0.05" units="cm"/>
      <inkml:brushProperty name="color" value="#AE198D"/>
      <inkml:brushProperty name="inkEffects" value="galaxy"/>
      <inkml:brushProperty name="anchorX" value="-308658.21875"/>
      <inkml:brushProperty name="anchorY" value="-32808.54688"/>
      <inkml:brushProperty name="scaleFactor" value="0.5"/>
    </inkml:brush>
  </inkml:definitions>
  <inkml:trace contextRef="#ctx0" brushRef="#br0">1 0 24575,'0'0'0</inkml:trace>
</inkml:ink>
</file>

<file path=ppt/notesMasters/_rels/notes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©2022</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marL="338138" indent="-319088" eaLnBrk="1" hangingPunct="1">
              <a:spcBef>
                <a:spcPts val="625"/>
              </a:spcBef>
              <a:buFontTx/>
              <a:buChar char="•"/>
              <a:tabLst>
                <a:tab pos="908050" algn="l"/>
                <a:tab pos="1822450" algn="l"/>
                <a:tab pos="2736850" algn="l"/>
                <a:tab pos="3651250" algn="l"/>
                <a:tab pos="4565650" algn="l"/>
                <a:tab pos="5480050" algn="l"/>
                <a:tab pos="6394450" algn="l"/>
                <a:tab pos="7308850" algn="l"/>
                <a:tab pos="8223250" algn="l"/>
                <a:tab pos="9137650" algn="l"/>
                <a:tab pos="10052050" algn="l"/>
              </a:tabLst>
              <a:defRPr/>
            </a:pPr>
            <a:r>
              <a:rPr lang="en-GB" altLang="en-US" kern="0" dirty="0">
                <a:solidFill>
                  <a:srgbClr val="222222"/>
                </a:solidFill>
                <a:latin typeface="Arial"/>
                <a:cs typeface="Arial" charset="0"/>
              </a:rPr>
              <a:t>Computer security began immediately after the first mainframes were developed. </a:t>
            </a:r>
          </a:p>
          <a:p>
            <a:pPr marL="738188" lvl="1" indent="-319088" eaLnBrk="1" hangingPunct="1">
              <a:spcBef>
                <a:spcPts val="625"/>
              </a:spcBef>
              <a:buFontTx/>
              <a:buChar char="–"/>
              <a:tabLst>
                <a:tab pos="908050" algn="l"/>
                <a:tab pos="1822450" algn="l"/>
                <a:tab pos="2736850" algn="l"/>
                <a:tab pos="3651250" algn="l"/>
                <a:tab pos="4565650" algn="l"/>
                <a:tab pos="5480050" algn="l"/>
                <a:tab pos="6394450" algn="l"/>
                <a:tab pos="7308850" algn="l"/>
                <a:tab pos="8223250" algn="l"/>
                <a:tab pos="9137650" algn="l"/>
                <a:tab pos="10052050" algn="l"/>
              </a:tabLst>
              <a:defRPr/>
            </a:pPr>
            <a:r>
              <a:rPr lang="en-GB" altLang="en-US" kern="0" dirty="0">
                <a:solidFill>
                  <a:srgbClr val="222222"/>
                </a:solidFill>
                <a:latin typeface="Arial"/>
                <a:cs typeface="Arial" charset="0"/>
              </a:rPr>
              <a:t>Groups developing code-breaking computations during World War II created the first modern computers</a:t>
            </a:r>
          </a:p>
          <a:p>
            <a:pPr marL="738188" lvl="1" indent="-319088" eaLnBrk="1" hangingPunct="1">
              <a:spcBef>
                <a:spcPts val="625"/>
              </a:spcBef>
              <a:buFontTx/>
              <a:buChar char="–"/>
              <a:tabLst>
                <a:tab pos="908050" algn="l"/>
                <a:tab pos="1822450" algn="l"/>
                <a:tab pos="2736850" algn="l"/>
                <a:tab pos="3651250" algn="l"/>
                <a:tab pos="4565650" algn="l"/>
                <a:tab pos="5480050" algn="l"/>
                <a:tab pos="6394450" algn="l"/>
                <a:tab pos="7308850" algn="l"/>
                <a:tab pos="8223250" algn="l"/>
                <a:tab pos="9137650" algn="l"/>
                <a:tab pos="10052050" algn="l"/>
              </a:tabLst>
              <a:defRPr/>
            </a:pPr>
            <a:r>
              <a:rPr lang="en-GB" altLang="en-US" kern="0" dirty="0">
                <a:solidFill>
                  <a:srgbClr val="222222"/>
                </a:solidFill>
                <a:latin typeface="Arial"/>
                <a:cs typeface="Arial" charset="0"/>
              </a:rPr>
              <a:t>Multiple levels of security were implemented</a:t>
            </a:r>
          </a:p>
          <a:p>
            <a:pPr marL="338138" indent="-319088" eaLnBrk="1" hangingPunct="1">
              <a:spcBef>
                <a:spcPts val="625"/>
              </a:spcBef>
              <a:buFontTx/>
              <a:buChar char="•"/>
              <a:tabLst>
                <a:tab pos="908050" algn="l"/>
                <a:tab pos="1822450" algn="l"/>
                <a:tab pos="2736850" algn="l"/>
                <a:tab pos="3651250" algn="l"/>
                <a:tab pos="4565650" algn="l"/>
                <a:tab pos="5480050" algn="l"/>
                <a:tab pos="6394450" algn="l"/>
                <a:tab pos="7308850" algn="l"/>
                <a:tab pos="8223250" algn="l"/>
                <a:tab pos="9137650" algn="l"/>
                <a:tab pos="10052050" algn="l"/>
              </a:tabLst>
              <a:defRPr/>
            </a:pPr>
            <a:r>
              <a:rPr lang="en-GB" altLang="en-US" kern="0" dirty="0">
                <a:solidFill>
                  <a:srgbClr val="222222"/>
                </a:solidFill>
                <a:latin typeface="Arial"/>
                <a:cs typeface="Arial" charset="0"/>
              </a:rPr>
              <a:t>Physical controls to limit access to sensitive military locations to authorized personnel</a:t>
            </a:r>
          </a:p>
          <a:p>
            <a:pPr marL="338138" indent="-319088" eaLnBrk="1" hangingPunct="1">
              <a:spcBef>
                <a:spcPts val="625"/>
              </a:spcBef>
              <a:buFontTx/>
              <a:buChar char="•"/>
              <a:tabLst>
                <a:tab pos="908050" algn="l"/>
                <a:tab pos="1822450" algn="l"/>
                <a:tab pos="2736850" algn="l"/>
                <a:tab pos="3651250" algn="l"/>
                <a:tab pos="4565650" algn="l"/>
                <a:tab pos="5480050" algn="l"/>
                <a:tab pos="6394450" algn="l"/>
                <a:tab pos="7308850" algn="l"/>
                <a:tab pos="8223250" algn="l"/>
                <a:tab pos="9137650" algn="l"/>
                <a:tab pos="10052050" algn="l"/>
              </a:tabLst>
              <a:defRPr/>
            </a:pPr>
            <a:r>
              <a:rPr lang="en-GB" altLang="en-US" kern="0" dirty="0">
                <a:solidFill>
                  <a:srgbClr val="222222"/>
                </a:solidFill>
                <a:latin typeface="Arial"/>
                <a:cs typeface="Arial" charset="0"/>
              </a:rPr>
              <a:t>Rudimentary in defending against physical theft, espionage, and sabotage</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a:t>
            </a:fld>
            <a:endParaRPr lang="en-US" dirty="0"/>
          </a:p>
        </p:txBody>
      </p:sp>
    </p:spTree>
    <p:extLst>
      <p:ext uri="{BB962C8B-B14F-4D97-AF65-F5344CB8AC3E}">
        <p14:creationId xmlns:p14="http://schemas.microsoft.com/office/powerpoint/2010/main" val="4245144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altLang="en-US" dirty="0">
                <a:cs typeface="Lucida Sans Unicode" panose="020B0602030504020204" pitchFamily="34" charset="0"/>
              </a:rPr>
              <a:t>Enigma (puzzle, mystery, dilemma)</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altLang="en-US" dirty="0">
                <a:cs typeface="Lucida Sans Unicode" panose="020B0602030504020204" pitchFamily="34" charset="0"/>
              </a:rPr>
              <a:t>This picture shows a high-visibility artifact associated with the early days of information security—focusing on the confidentiality of information. This artifact is also part of the study of cryptography from Chapter 8.</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3920741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During the 1960s, the Department of Defense’s Advanced Research Projects Agency (ARPA) began examining the feasibility of a redundant networked communications system designed to support the military’s need to exchange information.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Larry Roberts, known as the founder of the Internet, developed the project from its inception.</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a:t>
            </a:fld>
            <a:endParaRPr lang="en-US" dirty="0"/>
          </a:p>
        </p:txBody>
      </p:sp>
    </p:spTree>
    <p:extLst>
      <p:ext uri="{BB962C8B-B14F-4D97-AF65-F5344CB8AC3E}">
        <p14:creationId xmlns:p14="http://schemas.microsoft.com/office/powerpoint/2010/main" val="1134631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Founding document from the ARPANET.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7</a:t>
            </a:fld>
            <a:endParaRPr lang="en-US" dirty="0"/>
          </a:p>
        </p:txBody>
      </p:sp>
    </p:spTree>
    <p:extLst>
      <p:ext uri="{BB962C8B-B14F-4D97-AF65-F5344CB8AC3E}">
        <p14:creationId xmlns:p14="http://schemas.microsoft.com/office/powerpoint/2010/main" val="2904541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marL="342900" indent="-342900" eaLnBrk="1" hangingPunct="1">
              <a:spcBef>
                <a:spcPts val="62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600" kern="0" dirty="0">
                <a:solidFill>
                  <a:srgbClr val="222222"/>
                </a:solidFill>
                <a:latin typeface="Arial"/>
                <a:cs typeface="Arial" charset="0"/>
              </a:rPr>
              <a:t>ARPANET grew in popularity as did its potential for misuse</a:t>
            </a:r>
          </a:p>
          <a:p>
            <a:pPr marL="342900" indent="-342900" eaLnBrk="1" hangingPunct="1">
              <a:spcBef>
                <a:spcPts val="62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600" kern="0" dirty="0">
                <a:solidFill>
                  <a:srgbClr val="222222"/>
                </a:solidFill>
                <a:latin typeface="Arial"/>
                <a:cs typeface="Arial" charset="0"/>
              </a:rPr>
              <a:t>Fundamental problems with ARPANET security were identified</a:t>
            </a:r>
          </a:p>
          <a:p>
            <a:pPr marL="742950" lvl="1" indent="-285750" eaLnBrk="1" hangingPunct="1">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400" kern="0" dirty="0">
                <a:solidFill>
                  <a:srgbClr val="222222"/>
                </a:solidFill>
                <a:latin typeface="Arial"/>
                <a:cs typeface="Arial" charset="0"/>
              </a:rPr>
              <a:t>No safety procedures for dial-up connections to ARPANET</a:t>
            </a:r>
          </a:p>
          <a:p>
            <a:pPr marL="742950" lvl="1" indent="-285750" eaLnBrk="1" hangingPunct="1">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400" kern="0" dirty="0">
                <a:solidFill>
                  <a:srgbClr val="222222"/>
                </a:solidFill>
                <a:latin typeface="Arial"/>
                <a:cs typeface="Arial" charset="0"/>
              </a:rPr>
              <a:t>Nonexistent user identification and authorization to system</a:t>
            </a:r>
          </a:p>
          <a:p>
            <a:pPr marL="342900" indent="-342900" eaLnBrk="1" hangingPunct="1">
              <a:spcBef>
                <a:spcPts val="62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600" kern="0" dirty="0">
                <a:solidFill>
                  <a:srgbClr val="222222"/>
                </a:solidFill>
                <a:latin typeface="Arial"/>
                <a:cs typeface="Arial" charset="0"/>
              </a:rPr>
              <a:t>Late 1970s: microprocessor expanded computing capabilities and security threats</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8</a:t>
            </a:fld>
            <a:endParaRPr lang="en-US" dirty="0"/>
          </a:p>
        </p:txBody>
      </p:sp>
    </p:spTree>
    <p:extLst>
      <p:ext uri="{BB962C8B-B14F-4D97-AF65-F5344CB8AC3E}">
        <p14:creationId xmlns:p14="http://schemas.microsoft.com/office/powerpoint/2010/main" val="2053928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marL="342900" indent="-342900" eaLnBrk="1" hangingPunct="1">
              <a:spcBef>
                <a:spcPts val="62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600" kern="0" dirty="0">
                <a:solidFill>
                  <a:srgbClr val="222222"/>
                </a:solidFill>
                <a:latin typeface="Arial"/>
                <a:cs typeface="Arial" charset="0"/>
              </a:rPr>
              <a:t>Information security began with Rand Report R-609 (paper that started the study of computer security and identified role of management and policy issues in it)</a:t>
            </a:r>
            <a:r>
              <a:rPr lang="ar-SA" altLang="en-US" sz="2600" kern="0" dirty="0">
                <a:solidFill>
                  <a:srgbClr val="222222"/>
                </a:solidFill>
                <a:latin typeface="Arial"/>
              </a:rPr>
              <a:t>‏</a:t>
            </a:r>
            <a:endParaRPr lang="en-GB" altLang="en-US" sz="2600" kern="0" dirty="0">
              <a:solidFill>
                <a:srgbClr val="222222"/>
              </a:solidFill>
              <a:latin typeface="Arial"/>
              <a:cs typeface="Arial" charset="0"/>
            </a:endParaRPr>
          </a:p>
          <a:p>
            <a:pPr marL="342900" indent="-342900" eaLnBrk="1" hangingPunct="1">
              <a:spcBef>
                <a:spcPts val="62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600" kern="0" dirty="0">
                <a:solidFill>
                  <a:srgbClr val="222222"/>
                </a:solidFill>
                <a:latin typeface="Arial"/>
                <a:cs typeface="Arial" charset="0"/>
              </a:rPr>
              <a:t>Scope of computer security grew from physical security to include: </a:t>
            </a:r>
          </a:p>
          <a:p>
            <a:pPr marL="742950" lvl="1" indent="-285750" eaLnBrk="1" hangingPunct="1">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400" kern="0" dirty="0">
                <a:solidFill>
                  <a:srgbClr val="222222"/>
                </a:solidFill>
                <a:latin typeface="Arial"/>
                <a:cs typeface="Arial" charset="0"/>
              </a:rPr>
              <a:t>Securing the data</a:t>
            </a:r>
          </a:p>
          <a:p>
            <a:pPr marL="742950" lvl="1" indent="-285750" eaLnBrk="1" hangingPunct="1">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400" kern="0" dirty="0">
                <a:solidFill>
                  <a:srgbClr val="222222"/>
                </a:solidFill>
                <a:latin typeface="Arial"/>
                <a:cs typeface="Arial" charset="0"/>
              </a:rPr>
              <a:t>Limiting random and unauthorized access to data</a:t>
            </a:r>
          </a:p>
          <a:p>
            <a:pPr marL="742950" lvl="1" indent="-285750" eaLnBrk="1" hangingPunct="1">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400" kern="0" dirty="0">
                <a:solidFill>
                  <a:srgbClr val="222222"/>
                </a:solidFill>
                <a:latin typeface="Arial"/>
                <a:cs typeface="Arial" charset="0"/>
              </a:rPr>
              <a:t>Involving personnel from multiple levels of the organization in information security</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3975498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10</a:t>
            </a:fld>
            <a:endParaRPr lang="en-US" dirty="0"/>
          </a:p>
        </p:txBody>
      </p:sp>
    </p:spTree>
    <p:extLst>
      <p:ext uri="{BB962C8B-B14F-4D97-AF65-F5344CB8AC3E}">
        <p14:creationId xmlns:p14="http://schemas.microsoft.com/office/powerpoint/2010/main" val="3350933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marL="342900" indent="-342900">
              <a:spcBef>
                <a:spcPct val="20000"/>
              </a:spcBef>
              <a:buFontTx/>
              <a:buChar char="•"/>
              <a:defRPr/>
            </a:pPr>
            <a:r>
              <a:rPr lang="en-GB" altLang="en-US" sz="1400" kern="0" dirty="0">
                <a:solidFill>
                  <a:srgbClr val="222222"/>
                </a:solidFill>
                <a:latin typeface="Arial"/>
              </a:rPr>
              <a:t>Early focus of computer security research centered on a system called Multiplexed Information and Computing Service (MULTICS)</a:t>
            </a:r>
            <a:r>
              <a:rPr lang="ar-SA" altLang="en-US" sz="1400" kern="0" dirty="0">
                <a:solidFill>
                  <a:srgbClr val="222222"/>
                </a:solidFill>
                <a:latin typeface="Arial"/>
              </a:rPr>
              <a:t>‏</a:t>
            </a:r>
            <a:endParaRPr lang="en-GB" altLang="en-US" sz="1400" kern="0" dirty="0">
              <a:solidFill>
                <a:srgbClr val="222222"/>
              </a:solidFill>
              <a:latin typeface="Arial"/>
            </a:endParaRPr>
          </a:p>
          <a:p>
            <a:pPr marL="342900" indent="-342900">
              <a:spcBef>
                <a:spcPct val="20000"/>
              </a:spcBef>
              <a:buFontTx/>
              <a:buChar char="•"/>
              <a:defRPr/>
            </a:pPr>
            <a:r>
              <a:rPr lang="en-GB" altLang="en-US" sz="1400" kern="0" dirty="0">
                <a:solidFill>
                  <a:srgbClr val="222222"/>
                </a:solidFill>
                <a:latin typeface="Arial"/>
              </a:rPr>
              <a:t>First operating system created with security integrated into core functions</a:t>
            </a:r>
          </a:p>
          <a:p>
            <a:pPr marL="342900" indent="-342900">
              <a:spcBef>
                <a:spcPct val="20000"/>
              </a:spcBef>
              <a:buFontTx/>
              <a:buChar char="•"/>
              <a:defRPr/>
            </a:pPr>
            <a:r>
              <a:rPr lang="en-GB" altLang="en-US" sz="1400" kern="0" dirty="0">
                <a:solidFill>
                  <a:srgbClr val="222222"/>
                </a:solidFill>
                <a:latin typeface="Arial"/>
              </a:rPr>
              <a:t>Mainframe, time-sharing OS developed in mid-1960s by General Electric (GE), Bell Labs, and Massachusetts Institute of Technology (MIT)</a:t>
            </a:r>
            <a:r>
              <a:rPr lang="ar-SA" altLang="en-US" sz="1400" kern="0" dirty="0">
                <a:solidFill>
                  <a:srgbClr val="222222"/>
                </a:solidFill>
                <a:latin typeface="Arial"/>
              </a:rPr>
              <a:t>‏</a:t>
            </a:r>
            <a:endParaRPr lang="en-GB" altLang="en-US" sz="1400" kern="0" dirty="0">
              <a:solidFill>
                <a:srgbClr val="222222"/>
              </a:solidFill>
              <a:latin typeface="Arial"/>
            </a:endParaRPr>
          </a:p>
          <a:p>
            <a:pPr marL="342900" indent="-342900">
              <a:spcBef>
                <a:spcPct val="20000"/>
              </a:spcBef>
              <a:buFontTx/>
              <a:buChar char="•"/>
              <a:defRPr/>
            </a:pPr>
            <a:r>
              <a:rPr lang="en-GB" altLang="en-US" sz="1400" kern="0" dirty="0">
                <a:solidFill>
                  <a:srgbClr val="222222"/>
                </a:solidFill>
                <a:latin typeface="Arial"/>
              </a:rPr>
              <a:t>Several MULTICS key players created UNIX</a:t>
            </a:r>
          </a:p>
          <a:p>
            <a:pPr marL="742950" lvl="1" indent="-285750">
              <a:spcBef>
                <a:spcPct val="20000"/>
              </a:spcBef>
              <a:buFontTx/>
              <a:buChar char="–"/>
              <a:defRPr/>
            </a:pPr>
            <a:r>
              <a:rPr lang="en-GB" altLang="en-US" sz="1400" kern="0" dirty="0">
                <a:solidFill>
                  <a:srgbClr val="222222"/>
                </a:solidFill>
                <a:latin typeface="Arial"/>
              </a:rPr>
              <a:t>Primary purpose of UNIX was text processing</a:t>
            </a:r>
          </a:p>
          <a:p>
            <a:pPr marL="342900" indent="-342900">
              <a:spcBef>
                <a:spcPct val="20000"/>
              </a:spcBef>
              <a:buFontTx/>
              <a:buChar char="•"/>
              <a:defRPr/>
            </a:pPr>
            <a:r>
              <a:rPr lang="en-GB" altLang="en-US" sz="1400" kern="0" dirty="0">
                <a:solidFill>
                  <a:srgbClr val="222222"/>
                </a:solidFill>
                <a:latin typeface="Arial"/>
                <a:cs typeface="Arial" charset="0"/>
              </a:rPr>
              <a:t>Late 1970s: microprocessor expanded computing capabilities and security threats</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3884521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marL="342900" indent="-342900">
              <a:spcBef>
                <a:spcPct val="20000"/>
              </a:spcBef>
              <a:buFontTx/>
              <a:buChar char="•"/>
              <a:defRPr/>
            </a:pPr>
            <a:r>
              <a:rPr lang="en-GB" altLang="en-US" sz="1200" kern="0" dirty="0">
                <a:solidFill>
                  <a:srgbClr val="222222"/>
                </a:solidFill>
                <a:latin typeface="Arial"/>
              </a:rPr>
              <a:t>Networks of computers became more common; so did the need to connect them to each other</a:t>
            </a:r>
          </a:p>
          <a:p>
            <a:pPr marL="342900" indent="-342900">
              <a:spcBef>
                <a:spcPct val="20000"/>
              </a:spcBef>
              <a:buFontTx/>
              <a:buChar char="•"/>
              <a:defRPr/>
            </a:pPr>
            <a:r>
              <a:rPr lang="en-GB" altLang="en-US" sz="1200" kern="0" dirty="0">
                <a:solidFill>
                  <a:srgbClr val="222222"/>
                </a:solidFill>
                <a:latin typeface="Arial"/>
              </a:rPr>
              <a:t>Internet became first global network of networks</a:t>
            </a:r>
          </a:p>
          <a:p>
            <a:pPr marL="342900" indent="-342900">
              <a:spcBef>
                <a:spcPct val="20000"/>
              </a:spcBef>
              <a:buFontTx/>
              <a:buChar char="•"/>
              <a:defRPr/>
            </a:pPr>
            <a:r>
              <a:rPr lang="en-GB" altLang="en-US" sz="1200" kern="0" dirty="0">
                <a:solidFill>
                  <a:srgbClr val="222222"/>
                </a:solidFill>
                <a:latin typeface="Arial"/>
              </a:rPr>
              <a:t>Initially based on de facto standards (best practice)</a:t>
            </a:r>
          </a:p>
          <a:p>
            <a:pPr marL="342900" indent="-342900">
              <a:spcBef>
                <a:spcPct val="20000"/>
              </a:spcBef>
              <a:buFontTx/>
              <a:buChar char="•"/>
              <a:defRPr/>
            </a:pPr>
            <a:r>
              <a:rPr lang="en-GB" altLang="en-US" sz="1200" kern="0" dirty="0">
                <a:solidFill>
                  <a:srgbClr val="222222"/>
                </a:solidFill>
                <a:latin typeface="Arial"/>
              </a:rPr>
              <a:t>In early Internet deployments, security was treated as a low priority</a:t>
            </a:r>
          </a:p>
          <a:p>
            <a:pPr marL="342900" indent="-342900">
              <a:spcBef>
                <a:spcPct val="20000"/>
              </a:spcBef>
              <a:buFontTx/>
              <a:buChar char="•"/>
              <a:defRPr/>
            </a:pPr>
            <a:r>
              <a:rPr lang="en-GB" altLang="en-US" sz="1200" kern="0" dirty="0">
                <a:solidFill>
                  <a:srgbClr val="222222"/>
                </a:solidFill>
                <a:latin typeface="Arial"/>
              </a:rPr>
              <a:t>In 1993, DEFCON conference established for those interested in information security</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769650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marL="346075" indent="-342900" eaLnBrk="1" hangingPunct="1">
              <a:spcBef>
                <a:spcPts val="62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600" kern="0" dirty="0">
                <a:solidFill>
                  <a:srgbClr val="222222"/>
                </a:solidFill>
                <a:latin typeface="Arial"/>
                <a:cs typeface="Arial" charset="0"/>
              </a:rPr>
              <a:t>The Internet brings millions of unsecured computer networks into continuous communication with each other.</a:t>
            </a:r>
          </a:p>
          <a:p>
            <a:pPr marL="346075" indent="-342900" eaLnBrk="1" hangingPunct="1">
              <a:spcBef>
                <a:spcPts val="62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600" kern="0" dirty="0">
                <a:solidFill>
                  <a:srgbClr val="222222"/>
                </a:solidFill>
                <a:latin typeface="Arial"/>
                <a:cs typeface="Arial" charset="0"/>
              </a:rPr>
              <a:t>Ability to secure a computer’s data influenced by the security of every computer to which it is connected</a:t>
            </a:r>
          </a:p>
          <a:p>
            <a:pPr marL="346075" indent="-342900" eaLnBrk="1" hangingPunct="1">
              <a:spcBef>
                <a:spcPts val="62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600" kern="0" dirty="0">
                <a:solidFill>
                  <a:srgbClr val="222222"/>
                </a:solidFill>
                <a:latin typeface="Arial"/>
                <a:cs typeface="Arial" charset="0"/>
              </a:rPr>
              <a:t>Growing threat of cyberattacks has increased the awareness of need for improved security</a:t>
            </a:r>
          </a:p>
          <a:p>
            <a:pPr marL="746125" lvl="1" indent="-285750" eaLnBrk="1" hangingPunct="1">
              <a:spcBef>
                <a:spcPts val="62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400" kern="0" dirty="0">
                <a:solidFill>
                  <a:srgbClr val="222222"/>
                </a:solidFill>
                <a:latin typeface="Arial"/>
                <a:cs typeface="Arial" charset="0"/>
              </a:rPr>
              <a:t>Nation-states engaging in information warfare</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13</a:t>
            </a:fld>
            <a:endParaRPr lang="en-US" dirty="0"/>
          </a:p>
        </p:txBody>
      </p:sp>
    </p:spTree>
    <p:extLst>
      <p:ext uri="{BB962C8B-B14F-4D97-AF65-F5344CB8AC3E}">
        <p14:creationId xmlns:p14="http://schemas.microsoft.com/office/powerpoint/2010/main" val="24104519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3484248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marL="342900" indent="-342900" eaLnBrk="1" hangingPunct="1">
              <a:spcBef>
                <a:spcPts val="62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600" kern="0" dirty="0">
                <a:solidFill>
                  <a:srgbClr val="222222"/>
                </a:solidFill>
                <a:latin typeface="Arial"/>
                <a:cs typeface="Arial" charset="0"/>
              </a:rPr>
              <a:t>“A state of being secure and free from danger or harm; the actions taken to make someone or something secure” </a:t>
            </a:r>
          </a:p>
          <a:p>
            <a:pPr marL="342900" indent="-342900" eaLnBrk="1" hangingPunct="1">
              <a:spcBef>
                <a:spcPts val="62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600" kern="0" dirty="0">
                <a:solidFill>
                  <a:srgbClr val="222222"/>
                </a:solidFill>
                <a:latin typeface="Arial"/>
                <a:cs typeface="Arial" charset="0"/>
              </a:rPr>
              <a:t>A successful organization should have multiple layers of security in place to protect: </a:t>
            </a:r>
          </a:p>
          <a:p>
            <a:pPr marL="742950" lvl="1" indent="-285750" eaLnBrk="1" hangingPunct="1">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400" kern="0" dirty="0">
                <a:solidFill>
                  <a:srgbClr val="222222"/>
                </a:solidFill>
                <a:latin typeface="Arial"/>
                <a:cs typeface="Arial" charset="0"/>
              </a:rPr>
              <a:t>Operations</a:t>
            </a:r>
          </a:p>
          <a:p>
            <a:pPr marL="742950" lvl="1" indent="-285750" eaLnBrk="1" hangingPunct="1">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400" kern="0" dirty="0">
                <a:solidFill>
                  <a:srgbClr val="222222"/>
                </a:solidFill>
                <a:latin typeface="Arial"/>
                <a:cs typeface="Arial" charset="0"/>
              </a:rPr>
              <a:t>Physical Infrastructure</a:t>
            </a:r>
          </a:p>
          <a:p>
            <a:pPr marL="742950" lvl="1" indent="-285750" eaLnBrk="1" hangingPunct="1">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400" kern="0" dirty="0">
                <a:solidFill>
                  <a:srgbClr val="222222"/>
                </a:solidFill>
                <a:latin typeface="Arial"/>
                <a:cs typeface="Arial" charset="0"/>
              </a:rPr>
              <a:t>People</a:t>
            </a:r>
          </a:p>
          <a:p>
            <a:pPr marL="742950" lvl="1" indent="-285750" eaLnBrk="1" hangingPunct="1">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400" kern="0" dirty="0">
                <a:solidFill>
                  <a:srgbClr val="222222"/>
                </a:solidFill>
                <a:latin typeface="Arial"/>
                <a:cs typeface="Arial" charset="0"/>
              </a:rPr>
              <a:t>Functions</a:t>
            </a:r>
          </a:p>
          <a:p>
            <a:pPr marL="742950" lvl="1" indent="-285750" eaLnBrk="1" hangingPunct="1">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400" kern="0" dirty="0">
                <a:solidFill>
                  <a:srgbClr val="222222"/>
                </a:solidFill>
                <a:latin typeface="Arial"/>
                <a:cs typeface="Arial" charset="0"/>
              </a:rPr>
              <a:t>Communications</a:t>
            </a:r>
          </a:p>
          <a:p>
            <a:pPr marL="742950" lvl="1" indent="-285750" eaLnBrk="1" hangingPunct="1">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400" kern="0" dirty="0">
                <a:solidFill>
                  <a:srgbClr val="222222"/>
                </a:solidFill>
                <a:latin typeface="Arial"/>
                <a:cs typeface="Arial" charset="0"/>
              </a:rPr>
              <a:t>Information</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17</a:t>
            </a:fld>
            <a:endParaRPr lang="en-US" dirty="0"/>
          </a:p>
        </p:txBody>
      </p:sp>
    </p:spTree>
    <p:extLst>
      <p:ext uri="{BB962C8B-B14F-4D97-AF65-F5344CB8AC3E}">
        <p14:creationId xmlns:p14="http://schemas.microsoft.com/office/powerpoint/2010/main" val="4194162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panose="020B0604020202020204" pitchFamily="34" charset="0"/>
                <a:ea typeface="+mn-ea"/>
                <a:cs typeface="Arial" panose="020B0604020202020204" pitchFamily="34" charset="0"/>
              </a:rPr>
              <a:t>CNSS, or Committee on National Security Systems, is </a:t>
            </a:r>
            <a:r>
              <a:rPr lang="en-US" sz="1200" b="1" i="0" kern="1200" dirty="0">
                <a:solidFill>
                  <a:schemeClr val="tx1"/>
                </a:solidFill>
                <a:effectLst/>
                <a:latin typeface="Arial" panose="020B0604020202020204" pitchFamily="34" charset="0"/>
                <a:ea typeface="+mn-ea"/>
                <a:cs typeface="Arial" panose="020B0604020202020204" pitchFamily="34" charset="0"/>
              </a:rPr>
              <a:t>a three-dimensional security model</a:t>
            </a:r>
            <a:r>
              <a:rPr lang="en-US" sz="1200" b="0" i="0" kern="1200" dirty="0">
                <a:solidFill>
                  <a:schemeClr val="tx1"/>
                </a:solidFill>
                <a:effectLst/>
                <a:latin typeface="Arial" panose="020B0604020202020204" pitchFamily="34" charset="0"/>
                <a:ea typeface="+mn-ea"/>
                <a:cs typeface="Arial" panose="020B0604020202020204" pitchFamily="34" charset="0"/>
              </a:rPr>
              <a:t> that has become a standard security model for many of today's computers and networks. CNSS has three key security objectives: confidentiality, integrity, and availability.</a:t>
            </a:r>
            <a:endParaRPr lang="en-US" dirty="0"/>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18</a:t>
            </a:fld>
            <a:endParaRPr lang="en-US" dirty="0"/>
          </a:p>
        </p:txBody>
      </p:sp>
    </p:spTree>
    <p:extLst>
      <p:ext uri="{BB962C8B-B14F-4D97-AF65-F5344CB8AC3E}">
        <p14:creationId xmlns:p14="http://schemas.microsoft.com/office/powerpoint/2010/main" val="25480079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19</a:t>
            </a:fld>
            <a:endParaRPr lang="en-US" dirty="0"/>
          </a:p>
        </p:txBody>
      </p:sp>
    </p:spTree>
    <p:extLst>
      <p:ext uri="{BB962C8B-B14F-4D97-AF65-F5344CB8AC3E}">
        <p14:creationId xmlns:p14="http://schemas.microsoft.com/office/powerpoint/2010/main" val="9221753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dirty="0"/>
          </a:p>
        </p:txBody>
      </p:sp>
    </p:spTree>
    <p:extLst>
      <p:ext uri="{BB962C8B-B14F-4D97-AF65-F5344CB8AC3E}">
        <p14:creationId xmlns:p14="http://schemas.microsoft.com/office/powerpoint/2010/main" val="3749639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21</a:t>
            </a:fld>
            <a:endParaRPr lang="en-US" dirty="0"/>
          </a:p>
        </p:txBody>
      </p:sp>
    </p:spTree>
    <p:extLst>
      <p:ext uri="{BB962C8B-B14F-4D97-AF65-F5344CB8AC3E}">
        <p14:creationId xmlns:p14="http://schemas.microsoft.com/office/powerpoint/2010/main" val="15723607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22</a:t>
            </a:fld>
            <a:endParaRPr lang="en-US" dirty="0"/>
          </a:p>
        </p:txBody>
      </p:sp>
    </p:spTree>
    <p:extLst>
      <p:ext uri="{BB962C8B-B14F-4D97-AF65-F5344CB8AC3E}">
        <p14:creationId xmlns:p14="http://schemas.microsoft.com/office/powerpoint/2010/main" val="25121741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Access—a subject or object’s ability to use, manipulate, modify, or affect another subject or object.</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Asset—the organizational resource that is being protected.</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Attack—an intentional or unintentional act that can damage or otherwise compromise information and the systems that support it.</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Control, safeguard, or countermeasure—</a:t>
            </a:r>
            <a:r>
              <a:rPr lang="en-US" altLang="en-US" dirty="0">
                <a:cs typeface="Lucida Sans Unicode" panose="020B0602030504020204" pitchFamily="34" charset="0"/>
              </a:rPr>
              <a:t>Security mechanisms, policies, or procedures that can successfully counter attacks, reduce risk, resolve vulnerabilities, and otherwise improve security within an organization.</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Exploit—a technique used to compromise a system.</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Exposure—a condition or state of being exposed.</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Loss—a single instance of an information asset suffering damage or destruction, unintended or unauthorized modification or disclosure, or denial of use.</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Protection profile or security posture—entire set of controls and safeguards that the organization implements to protect the asset.</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Risk—the probability of an unwanted occurrence.</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Subjects and objects—a computer can be either an agent entity used to conduct an attack or the target entity.</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Threat agent—the specific instance or a component of a threat.</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Threat source—a category of objects, people, or other entities that represents a danger to an asset.</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Vulnerability—weaknesses or faults in a system or protection mechanism that expose information to attack or damage.</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23</a:t>
            </a:fld>
            <a:endParaRPr lang="en-US" dirty="0"/>
          </a:p>
        </p:txBody>
      </p:sp>
    </p:spTree>
    <p:extLst>
      <p:ext uri="{BB962C8B-B14F-4D97-AF65-F5344CB8AC3E}">
        <p14:creationId xmlns:p14="http://schemas.microsoft.com/office/powerpoint/2010/main" val="35403305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27</a:t>
            </a:fld>
            <a:endParaRPr lang="en-US" dirty="0"/>
          </a:p>
        </p:txBody>
      </p:sp>
    </p:spTree>
    <p:extLst>
      <p:ext uri="{BB962C8B-B14F-4D97-AF65-F5344CB8AC3E}">
        <p14:creationId xmlns:p14="http://schemas.microsoft.com/office/powerpoint/2010/main" val="40320733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The value of information comes from the characteristics it possesses.</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Availability—Enables users who need to access information to do so without interference or obstruction and in the required format. The information is said to be available to an authorized user when and where needed and in the correct format. </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Accuracy—Free from mistake or error and having the value that the end user expects. If information contains a value different from the user’s expectations due to the intentional or unintentional modification of its content, it is no longer accurate.</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Authenticity—The quality or state of being genuine or original, rather than a reproduction or fabrication. Information is authentic when it is the information that was originally created, placed, stored, or transferred.</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Confidentiality—The quality or state of preventing disclosure or exposure to unauthorized individuals or systems.</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Integrity—The quality or state of being whole, complete, and uncorrupted. The integrity of information is threatened when the information is exposed to corruption, damage, destruction, or other disruption of its authentic state.</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Utility—The quality or state of having value for some purpose or end. Information has value when it serves a particular purpose. This means that if information is available, but not in a format meaningful to the end user, it is not useful.</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Possession—The quality or state of having ownership or control of some object or item. Information is said to be in possession if one obtains it, independent of format or other characteristic. While a breach of confidentiality always results in a breach of possession, a breach of possession does not always result in a breach of confidentiality.</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28</a:t>
            </a:fld>
            <a:endParaRPr lang="en-US" dirty="0"/>
          </a:p>
        </p:txBody>
      </p:sp>
    </p:spTree>
    <p:extLst>
      <p:ext uri="{BB962C8B-B14F-4D97-AF65-F5344CB8AC3E}">
        <p14:creationId xmlns:p14="http://schemas.microsoft.com/office/powerpoint/2010/main" val="28673091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45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dirty="0">
                <a:cs typeface="Lucida Sans Unicode" panose="020B0602030504020204" pitchFamily="34" charset="0"/>
              </a:rPr>
              <a:t>This graphic informs the fundamental approach of the chapter and can be used to illustrate the intersection of information states (x-axis), key objectives of C.I.A. (y-axis), and the three primary means to implement (policy, education, and technology).</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25941099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marL="342900" indent="-342900">
              <a:spcBef>
                <a:spcPct val="20000"/>
              </a:spcBef>
              <a:buFontTx/>
              <a:buChar char="•"/>
              <a:defRPr/>
            </a:pPr>
            <a:r>
              <a:rPr lang="en-GB" altLang="en-US" sz="2600" kern="0" dirty="0">
                <a:solidFill>
                  <a:srgbClr val="222222"/>
                </a:solidFill>
                <a:latin typeface="Arial"/>
              </a:rPr>
              <a:t>An information system (IS) is entire set of people, procedures, and technology that enable business to use information.</a:t>
            </a:r>
          </a:p>
          <a:p>
            <a:pPr marL="742950" lvl="1" indent="-285750">
              <a:spcBef>
                <a:spcPct val="20000"/>
              </a:spcBef>
              <a:buFontTx/>
              <a:buChar char="–"/>
              <a:defRPr/>
            </a:pPr>
            <a:r>
              <a:rPr lang="en-GB" altLang="en-US" sz="2400" kern="0" dirty="0">
                <a:solidFill>
                  <a:srgbClr val="222222"/>
                </a:solidFill>
                <a:latin typeface="Arial"/>
              </a:rPr>
              <a:t>Software</a:t>
            </a:r>
          </a:p>
          <a:p>
            <a:pPr marL="742950" lvl="1" indent="-285750">
              <a:spcBef>
                <a:spcPct val="20000"/>
              </a:spcBef>
              <a:buFontTx/>
              <a:buChar char="–"/>
              <a:defRPr/>
            </a:pPr>
            <a:r>
              <a:rPr lang="en-GB" altLang="en-US" sz="2400" kern="0" dirty="0">
                <a:solidFill>
                  <a:srgbClr val="222222"/>
                </a:solidFill>
                <a:latin typeface="Arial"/>
              </a:rPr>
              <a:t>Hardware</a:t>
            </a:r>
          </a:p>
          <a:p>
            <a:pPr marL="742950" lvl="1" indent="-285750">
              <a:spcBef>
                <a:spcPct val="20000"/>
              </a:spcBef>
              <a:buFontTx/>
              <a:buChar char="–"/>
              <a:defRPr/>
            </a:pPr>
            <a:r>
              <a:rPr lang="en-GB" altLang="en-US" sz="2400" kern="0" dirty="0">
                <a:solidFill>
                  <a:srgbClr val="222222"/>
                </a:solidFill>
                <a:latin typeface="Arial"/>
              </a:rPr>
              <a:t>Data</a:t>
            </a:r>
          </a:p>
          <a:p>
            <a:pPr marL="742950" lvl="1" indent="-285750">
              <a:spcBef>
                <a:spcPct val="20000"/>
              </a:spcBef>
              <a:buFontTx/>
              <a:buChar char="–"/>
              <a:defRPr/>
            </a:pPr>
            <a:r>
              <a:rPr lang="en-GB" altLang="en-US" sz="2400" kern="0" dirty="0">
                <a:solidFill>
                  <a:srgbClr val="222222"/>
                </a:solidFill>
                <a:latin typeface="Arial"/>
              </a:rPr>
              <a:t>People</a:t>
            </a:r>
          </a:p>
          <a:p>
            <a:pPr marL="742950" lvl="1" indent="-285750">
              <a:spcBef>
                <a:spcPct val="20000"/>
              </a:spcBef>
              <a:buFontTx/>
              <a:buChar char="–"/>
              <a:defRPr/>
            </a:pPr>
            <a:r>
              <a:rPr lang="en-GB" altLang="en-US" sz="2400" kern="0" dirty="0">
                <a:solidFill>
                  <a:srgbClr val="222222"/>
                </a:solidFill>
                <a:latin typeface="Arial"/>
              </a:rPr>
              <a:t>Procedures</a:t>
            </a:r>
          </a:p>
          <a:p>
            <a:pPr marL="742950" lvl="1" indent="-285750">
              <a:spcBef>
                <a:spcPct val="20000"/>
              </a:spcBef>
              <a:buFontTx/>
              <a:buChar char="–"/>
              <a:defRPr/>
            </a:pPr>
            <a:r>
              <a:rPr lang="en-GB" altLang="en-US" sz="2400" kern="0" dirty="0">
                <a:solidFill>
                  <a:srgbClr val="222222"/>
                </a:solidFill>
                <a:latin typeface="Arial"/>
              </a:rPr>
              <a:t>Networks</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32</a:t>
            </a:fld>
            <a:endParaRPr lang="en-US" dirty="0"/>
          </a:p>
        </p:txBody>
      </p:sp>
    </p:spTree>
    <p:extLst>
      <p:ext uri="{BB962C8B-B14F-4D97-AF65-F5344CB8AC3E}">
        <p14:creationId xmlns:p14="http://schemas.microsoft.com/office/powerpoint/2010/main" val="36684187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When considering information security, it is important to realize that it is impossible to obtain perfect security. Security is not an absolute; it is a process, not a goal.</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Security should be considered a balance between protection and availability.</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To achieve balance, the level of security must allow reasonable access, yet protect against threats.</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33</a:t>
            </a:fld>
            <a:endParaRPr lang="en-US" dirty="0"/>
          </a:p>
        </p:txBody>
      </p:sp>
    </p:spTree>
    <p:extLst>
      <p:ext uri="{BB962C8B-B14F-4D97-AF65-F5344CB8AC3E}">
        <p14:creationId xmlns:p14="http://schemas.microsoft.com/office/powerpoint/2010/main" val="18552626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Security can begin as a grassroots effort when systems administrators attempt to improve the security of their systems. This is referred to as the bottom-up approach.</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The key advantage of the bottom-up approach is the technical expertise of the individual administrators.</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Unfortunately, this approach seldom works, as it lacks a number of critical features, such as participant support and organizational staying power.</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34</a:t>
            </a:fld>
            <a:endParaRPr lang="en-US" dirty="0"/>
          </a:p>
        </p:txBody>
      </p:sp>
    </p:spTree>
    <p:extLst>
      <p:ext uri="{BB962C8B-B14F-4D97-AF65-F5344CB8AC3E}">
        <p14:creationId xmlns:p14="http://schemas.microsoft.com/office/powerpoint/2010/main" val="1694276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An alternative approach, which has a higher probability of success, is called the top-down approach. The project is initiated by upper management, who issue policies, procedures, and processes; dictate the goals and expected outcomes of the project; and determine who is accountable for each of the required actions.</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The top-down approach has strong upper-management support, a dedicated champion, dedicated funding, clear planning, and the opportunity to influence organizational culture.</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The most successful top-down approach also involves a formal development strategy referred to as a systems development life cycle.</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35</a:t>
            </a:fld>
            <a:endParaRPr lang="en-US" dirty="0"/>
          </a:p>
        </p:txBody>
      </p:sp>
    </p:spTree>
    <p:extLst>
      <p:ext uri="{BB962C8B-B14F-4D97-AF65-F5344CB8AC3E}">
        <p14:creationId xmlns:p14="http://schemas.microsoft.com/office/powerpoint/2010/main" val="7516698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The key concept here is the direction of the left and right side arrows to show where planning is sourced and from which direction the pressure for success is driven.</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36</a:t>
            </a:fld>
            <a:endParaRPr lang="en-US" dirty="0"/>
          </a:p>
        </p:txBody>
      </p:sp>
    </p:spTree>
    <p:extLst>
      <p:ext uri="{BB962C8B-B14F-4D97-AF65-F5344CB8AC3E}">
        <p14:creationId xmlns:p14="http://schemas.microsoft.com/office/powerpoint/2010/main" val="6084851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It takes a wide range of professionals to support a diverse information security program.</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To develop and execute specific security policies and procedures, additional administrative support and technical expertise is required.</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37</a:t>
            </a:fld>
            <a:endParaRPr lang="en-US" dirty="0"/>
          </a:p>
        </p:txBody>
      </p:sp>
    </p:spTree>
    <p:extLst>
      <p:ext uri="{BB962C8B-B14F-4D97-AF65-F5344CB8AC3E}">
        <p14:creationId xmlns:p14="http://schemas.microsoft.com/office/powerpoint/2010/main" val="31248938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Chief Information Officer—The senior technology officer, although other titles such as Vice President of Information, VP of information technology, and VP of systems may be used. The CIO is primarily responsible for advising the chief executive officer, president, or company owner on the strategic planning that affects the management of information in the organization.</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Chief information security officer—The individual primarily responsible for the assessment, management, and implementation of securing the information in the organization. The CISO may also be referred to as the manager for security, the security administrator, or a similar title.</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38</a:t>
            </a:fld>
            <a:endParaRPr lang="en-US" dirty="0"/>
          </a:p>
        </p:txBody>
      </p:sp>
    </p:spTree>
    <p:extLst>
      <p:ext uri="{BB962C8B-B14F-4D97-AF65-F5344CB8AC3E}">
        <p14:creationId xmlns:p14="http://schemas.microsoft.com/office/powerpoint/2010/main" val="32057091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39</a:t>
            </a:fld>
            <a:endParaRPr lang="en-US" dirty="0"/>
          </a:p>
        </p:txBody>
      </p:sp>
    </p:spTree>
    <p:extLst>
      <p:ext uri="{BB962C8B-B14F-4D97-AF65-F5344CB8AC3E}">
        <p14:creationId xmlns:p14="http://schemas.microsoft.com/office/powerpoint/2010/main" val="20433596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40</a:t>
            </a:fld>
            <a:endParaRPr lang="en-US" dirty="0"/>
          </a:p>
        </p:txBody>
      </p:sp>
    </p:spTree>
    <p:extLst>
      <p:ext uri="{BB962C8B-B14F-4D97-AF65-F5344CB8AC3E}">
        <p14:creationId xmlns:p14="http://schemas.microsoft.com/office/powerpoint/2010/main" val="18311671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The key concept here is the direction of the left and right side arrows to show where planning is sourced and from which direction the pressure for success is driven.</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41</a:t>
            </a:fld>
            <a:endParaRPr lang="en-US" dirty="0"/>
          </a:p>
        </p:txBody>
      </p:sp>
    </p:spTree>
    <p:extLst>
      <p:ext uri="{BB962C8B-B14F-4D97-AF65-F5344CB8AC3E}">
        <p14:creationId xmlns:p14="http://schemas.microsoft.com/office/powerpoint/2010/main" val="39606931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A number of individuals who are experienced in one or multiple requirements of both the technical and nontechnical areas. </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The champion: A senior executive who promotes the project and ensures its support, both financially and administratively, at the highest levels of the organization.</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The team leader: A project manager, who may be a departmental line manager or staff unit manager, who understands project management, personnel management, and information security technical requirements.</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Security policy developers: Individuals who understand the organizational culture, policies, and requirements for developing and implementing successful policies.</a:t>
            </a:r>
          </a:p>
          <a:p>
            <a:pPr eaLnBrk="1" hangingPunct="1">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Risk assessment specialists: People who understand financial risk assessment techniques, the value of organizational assets, and the security methods to be used.</a:t>
            </a:r>
          </a:p>
          <a:p>
            <a:pPr eaLnBrk="1" hangingPunct="1">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Security professionals: Dedicated, trained, and well-educated specialists in all aspects of information security from both technical and nontechnical standpoints. </a:t>
            </a:r>
          </a:p>
          <a:p>
            <a:pPr eaLnBrk="1" hangingPunct="1">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Systems administrators: People with the primary responsibility for administering the systems that house the information used by the organization.</a:t>
            </a:r>
          </a:p>
          <a:p>
            <a:pPr eaLnBrk="1" hangingPunct="1">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End users: Those whom the new system will most directly impact. Ideally, a selection of users from various departments, levels, and degrees of technical knowledge assist the team in focusing on the application of realistic controls applied in ways that do not disrupt the essential business activities they seek to safeguard.</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42</a:t>
            </a:fld>
            <a:endParaRPr lang="en-US" dirty="0"/>
          </a:p>
        </p:txBody>
      </p:sp>
    </p:spTree>
    <p:extLst>
      <p:ext uri="{BB962C8B-B14F-4D97-AF65-F5344CB8AC3E}">
        <p14:creationId xmlns:p14="http://schemas.microsoft.com/office/powerpoint/2010/main" val="12560435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a:latin typeface="AdvOT66af078c.B"/>
              </a:rPr>
              <a:t>Data owners</a:t>
            </a:r>
            <a:r>
              <a:rPr lang="en-US" altLang="en-US" dirty="0">
                <a:latin typeface="AdvOTbc475f09"/>
              </a:rPr>
              <a:t>: Members of senior management who are responsible for the security and use of a particular set of information. The data owners usually determine the level of data classification (discussed later), as well as the changes to that classification required by organizational change. The data owners work with subordinate managers to oversee the day-to-day administration of the data.</a:t>
            </a:r>
          </a:p>
          <a:p>
            <a:pPr marL="171450" indent="-17145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a:latin typeface="AdvOT66af078c.B"/>
              </a:rPr>
              <a:t>Data custodians</a:t>
            </a:r>
            <a:r>
              <a:rPr lang="en-US" altLang="en-US" dirty="0">
                <a:latin typeface="AdvOTbc475f09"/>
              </a:rPr>
              <a:t>: Working directly with data owners, data custodians are responsible for the information and the systems that process, transmit, and store it. Depending on the size of the organization, this may be a dedicated position, such as the CISO, or it may be an additional responsibility of a systems administrator or other technology manager. The duties of a data custodian often include overseeing data storage and backups, implementing the specific procedures and policies laid out in the security policies and plans, and reporting to the data owner.</a:t>
            </a:r>
          </a:p>
          <a:p>
            <a:pPr marL="171450" indent="-171450">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a:latin typeface="AdvOT66af078c.B"/>
              </a:rPr>
              <a:t>Data users</a:t>
            </a:r>
            <a:r>
              <a:rPr lang="en-US" altLang="en-US" dirty="0">
                <a:latin typeface="AdvOTbc475f09"/>
              </a:rPr>
              <a:t>: Everyone in the organization is responsible for the security of data, so data users are included here as individuals with an information security role.</a:t>
            </a: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45</a:t>
            </a:fld>
            <a:endParaRPr lang="en-US" dirty="0"/>
          </a:p>
        </p:txBody>
      </p:sp>
    </p:spTree>
    <p:extLst>
      <p:ext uri="{BB962C8B-B14F-4D97-AF65-F5344CB8AC3E}">
        <p14:creationId xmlns:p14="http://schemas.microsoft.com/office/powerpoint/2010/main" val="28133607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47</a:t>
            </a:fld>
            <a:endParaRPr lang="en-US" dirty="0"/>
          </a:p>
        </p:txBody>
      </p:sp>
    </p:spTree>
    <p:extLst>
      <p:ext uri="{BB962C8B-B14F-4D97-AF65-F5344CB8AC3E}">
        <p14:creationId xmlns:p14="http://schemas.microsoft.com/office/powerpoint/2010/main" val="40280204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48</a:t>
            </a:fld>
            <a:endParaRPr lang="en-US" dirty="0"/>
          </a:p>
        </p:txBody>
      </p:sp>
    </p:spTree>
    <p:extLst>
      <p:ext uri="{BB962C8B-B14F-4D97-AF65-F5344CB8AC3E}">
        <p14:creationId xmlns:p14="http://schemas.microsoft.com/office/powerpoint/2010/main" val="25772222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Each organization develops and maintains its own unique culture and values. Within that corporate culture, there are communities of interest. These include:</a:t>
            </a:r>
          </a:p>
          <a:p>
            <a:pPr eaLnBrk="1" hangingPunct="1">
              <a:spcBef>
                <a:spcPts val="450"/>
              </a:spcBef>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 Information security management and professionals</a:t>
            </a:r>
          </a:p>
          <a:p>
            <a:pPr eaLnBrk="1" hangingPunct="1">
              <a:spcBef>
                <a:spcPts val="450"/>
              </a:spcBef>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 Information technology management and professionals</a:t>
            </a:r>
          </a:p>
          <a:p>
            <a:pPr eaLnBrk="1" hangingPunct="1">
              <a:spcBef>
                <a:spcPts val="450"/>
              </a:spcBef>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 Organizational management and professionals</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49</a:t>
            </a:fld>
            <a:endParaRPr lang="en-US" dirty="0"/>
          </a:p>
        </p:txBody>
      </p:sp>
    </p:spTree>
    <p:extLst>
      <p:ext uri="{BB962C8B-B14F-4D97-AF65-F5344CB8AC3E}">
        <p14:creationId xmlns:p14="http://schemas.microsoft.com/office/powerpoint/2010/main" val="29845537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With the level of complexity in today’s information systems, the implementation of information security has often been described as a combination of art and science.</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The concept of the security artisan is based on the way individuals perceived systems technologists since computers became commonplace.</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50</a:t>
            </a:fld>
            <a:endParaRPr lang="en-US" dirty="0"/>
          </a:p>
        </p:txBody>
      </p:sp>
    </p:spTree>
    <p:extLst>
      <p:ext uri="{BB962C8B-B14F-4D97-AF65-F5344CB8AC3E}">
        <p14:creationId xmlns:p14="http://schemas.microsoft.com/office/powerpoint/2010/main" val="23435211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There is a third view: security as a social science.</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Social science examines the behavior of individuals as they interact with systems, whether societal systems or, in our case, information systems.</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Security begins and ends with the people inside the organization and the people that interact with the system, planned or otherwise.</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End users that need the very information the security personnel are trying to protect may be the weakest link in the security chain.</a:t>
            </a:r>
          </a:p>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By understanding some of the behavioral aspects of organizational science and change management, security administrators can greatly reduce the levels of risk caused by end users and create more acceptable and supportable security profiles.</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51</a:t>
            </a:fld>
            <a:endParaRPr lang="en-US" dirty="0"/>
          </a:p>
        </p:txBody>
      </p:sp>
    </p:spTree>
    <p:extLst>
      <p:ext uri="{BB962C8B-B14F-4D97-AF65-F5344CB8AC3E}">
        <p14:creationId xmlns:p14="http://schemas.microsoft.com/office/powerpoint/2010/main" val="9779842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52</a:t>
            </a:fld>
            <a:endParaRPr lang="en-US" dirty="0"/>
          </a:p>
        </p:txBody>
      </p:sp>
    </p:spTree>
    <p:extLst>
      <p:ext uri="{BB962C8B-B14F-4D97-AF65-F5344CB8AC3E}">
        <p14:creationId xmlns:p14="http://schemas.microsoft.com/office/powerpoint/2010/main" val="15110440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53</a:t>
            </a:fld>
            <a:endParaRPr lang="en-US" dirty="0"/>
          </a:p>
        </p:txBody>
      </p:sp>
    </p:spTree>
    <p:extLst>
      <p:ext uri="{BB962C8B-B14F-4D97-AF65-F5344CB8AC3E}">
        <p14:creationId xmlns:p14="http://schemas.microsoft.com/office/powerpoint/2010/main" val="37376117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54</a:t>
            </a:fld>
            <a:endParaRPr lang="en-US" dirty="0"/>
          </a:p>
        </p:txBody>
      </p:sp>
    </p:spTree>
    <p:extLst>
      <p:ext uri="{BB962C8B-B14F-4D97-AF65-F5344CB8AC3E}">
        <p14:creationId xmlns:p14="http://schemas.microsoft.com/office/powerpoint/2010/main" val="2937747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55</a:t>
            </a:fld>
            <a:endParaRPr lang="en-US" dirty="0"/>
          </a:p>
        </p:txBody>
      </p:sp>
    </p:spTree>
    <p:extLst>
      <p:ext uri="{BB962C8B-B14F-4D97-AF65-F5344CB8AC3E}">
        <p14:creationId xmlns:p14="http://schemas.microsoft.com/office/powerpoint/2010/main" val="12374375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a:cs typeface="Lucida Sans Unicode" panose="020B0602030504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56</a:t>
            </a:fld>
            <a:endParaRPr lang="en-US" dirty="0"/>
          </a:p>
        </p:txBody>
      </p:sp>
    </p:spTree>
    <p:extLst>
      <p:ext uri="{BB962C8B-B14F-4D97-AF65-F5344CB8AC3E}">
        <p14:creationId xmlns:p14="http://schemas.microsoft.com/office/powerpoint/2010/main" val="7735469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46E9E33-E057-4A6F-9659-AD275C64899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3" y="-7874"/>
            <a:ext cx="12191807" cy="6865874"/>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1">
                <a:solidFill>
                  <a:schemeClr val="bg1"/>
                </a:solidFill>
              </a:defRPr>
            </a:lvl1pPr>
          </a:lstStyle>
          <a:p>
            <a:r>
              <a:rPr lang="en-US" dirty="0"/>
              <a:t>Add Image Here</a:t>
            </a:r>
          </a:p>
        </p:txBody>
      </p:sp>
      <p:pic>
        <p:nvPicPr>
          <p:cNvPr id="14" name="Picture 7">
            <a:extLst>
              <a:ext uri="{FF2B5EF4-FFF2-40B4-BE49-F238E27FC236}">
                <a16:creationId xmlns:a16="http://schemas.microsoft.com/office/drawing/2014/main" id="{367956C9-0A63-4A7F-B986-4D823905D53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424860" y="6444486"/>
            <a:ext cx="1261872" cy="28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217082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02453D6-AC12-45CC-BE0D-504F54815B6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3" y="-7874"/>
            <a:ext cx="12191807" cy="6865874"/>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Title </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a:t>
            </a: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2103120" y="6355080"/>
            <a:ext cx="8961120" cy="430887"/>
          </a:xfrm>
          <a:prstGeom prst="rect">
            <a:avLst/>
          </a:prstGeom>
          <a:noFill/>
        </p:spPr>
        <p:txBody>
          <a:bodyPr wrap="square" rtlCol="0">
            <a:spAutoFit/>
          </a:bodyPr>
          <a:lstStyle/>
          <a:p>
            <a:r>
              <a:rPr lang="en-US" sz="1100" kern="1200" dirty="0">
                <a:solidFill>
                  <a:schemeClr val="bg1"/>
                </a:solidFill>
                <a:latin typeface="+mn-lt"/>
                <a:ea typeface="+mn-ea"/>
                <a:cs typeface="+mn-cs"/>
              </a:rPr>
              <a:t>Michael E. Whitman and Herbert J. Mattord, </a:t>
            </a:r>
            <a:r>
              <a:rPr lang="en-US" sz="1100" i="1" kern="1200" dirty="0">
                <a:solidFill>
                  <a:schemeClr val="bg1"/>
                </a:solidFill>
                <a:latin typeface="+mn-lt"/>
                <a:ea typeface="+mn-ea"/>
                <a:cs typeface="+mn-cs"/>
              </a:rPr>
              <a:t>Principles of Information Security</a:t>
            </a:r>
            <a:r>
              <a:rPr lang="en-US" sz="1100" kern="1200" dirty="0">
                <a:solidFill>
                  <a:schemeClr val="bg1"/>
                </a:solidFill>
                <a:latin typeface="+mn-lt"/>
                <a:ea typeface="+mn-ea"/>
                <a:cs typeface="+mn-cs"/>
              </a:rPr>
              <a:t>, 7th Edition. © 2022 Cengage. All Rights Reserved. May not be scanned, copied or duplicated, or posted to a publicly accessible website, in whole or in part.</a:t>
            </a:r>
          </a:p>
        </p:txBody>
      </p:sp>
      <p:pic>
        <p:nvPicPr>
          <p:cNvPr id="14" name="Picture 7">
            <a:extLst>
              <a:ext uri="{FF2B5EF4-FFF2-40B4-BE49-F238E27FC236}">
                <a16:creationId xmlns:a16="http://schemas.microsoft.com/office/drawing/2014/main" id="{367956C9-0A63-4A7F-B986-4D823905D53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424860" y="6444486"/>
            <a:ext cx="1261872" cy="28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800"/>
              </a:spcAft>
              <a:defRPr sz="2400">
                <a:solidFill>
                  <a:srgbClr val="000000"/>
                </a:solidFill>
              </a:defRPr>
            </a:lvl1pPr>
            <a:lvl2pPr>
              <a:spcAft>
                <a:spcPts val="800"/>
              </a:spcAft>
              <a:defRPr sz="2400" b="0">
                <a:solidFill>
                  <a:srgbClr val="000000"/>
                </a:solidFill>
              </a:defRPr>
            </a:lvl2pPr>
            <a:lvl3pPr>
              <a:spcAft>
                <a:spcPts val="800"/>
              </a:spcAft>
              <a:defRPr sz="2400" b="0">
                <a:solidFill>
                  <a:srgbClr val="000000"/>
                </a:solidFill>
              </a:defRPr>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solidFill>
                  <a:srgbClr val="000000"/>
                </a:solidFill>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5" name="Content Placeholder 2">
            <a:extLst>
              <a:ext uri="{FF2B5EF4-FFF2-40B4-BE49-F238E27FC236}">
                <a16:creationId xmlns:a16="http://schemas.microsoft.com/office/drawing/2014/main" id="{E746DB13-92A9-47C2-9058-218A0E2EDCFC}"/>
              </a:ext>
            </a:extLst>
          </p:cNvPr>
          <p:cNvSpPr>
            <a:spLocks noGrp="1"/>
          </p:cNvSpPr>
          <p:nvPr>
            <p:ph idx="10"/>
          </p:nvPr>
        </p:nvSpPr>
        <p:spPr>
          <a:xfrm>
            <a:off x="476843" y="1825625"/>
            <a:ext cx="5542956" cy="492443"/>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3" name="Content Placeholder Left"/>
          <p:cNvSpPr>
            <a:spLocks noGrp="1"/>
          </p:cNvSpPr>
          <p:nvPr>
            <p:ph sz="half" idx="1" hasCustomPrompt="1"/>
          </p:nvPr>
        </p:nvSpPr>
        <p:spPr>
          <a:xfrm>
            <a:off x="476843" y="2473693"/>
            <a:ext cx="5542957" cy="3703270"/>
          </a:xfrm>
        </p:spPr>
        <p:txBody>
          <a:bodyPr/>
          <a:lstStyle>
            <a:lvl1pPr>
              <a:spcAft>
                <a:spcPts val="800"/>
              </a:spcAft>
              <a:defRPr sz="2400">
                <a:solidFill>
                  <a:srgbClr val="000000"/>
                </a:solidFill>
              </a:defRPr>
            </a:lvl1pPr>
            <a:lvl2pPr>
              <a:spcAft>
                <a:spcPts val="800"/>
              </a:spcAft>
              <a:defRPr sz="2400" b="0">
                <a:solidFill>
                  <a:srgbClr val="000000"/>
                </a:solidFill>
              </a:defRPr>
            </a:lvl2pPr>
            <a:lvl3pPr>
              <a:spcAft>
                <a:spcPts val="800"/>
              </a:spcAft>
              <a:defRPr sz="2400" b="0">
                <a:solidFill>
                  <a:srgbClr val="000000"/>
                </a:solidFill>
              </a:defRPr>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solidFill>
                  <a:srgbClr val="000000"/>
                </a:solidFill>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6" name="Content Placeholder 2">
            <a:extLst>
              <a:ext uri="{FF2B5EF4-FFF2-40B4-BE49-F238E27FC236}">
                <a16:creationId xmlns:a16="http://schemas.microsoft.com/office/drawing/2014/main" id="{25D6101F-D933-4709-A0BA-1CB69D3DC64B}"/>
              </a:ext>
            </a:extLst>
          </p:cNvPr>
          <p:cNvSpPr>
            <a:spLocks noGrp="1"/>
          </p:cNvSpPr>
          <p:nvPr>
            <p:ph idx="11"/>
          </p:nvPr>
        </p:nvSpPr>
        <p:spPr>
          <a:xfrm>
            <a:off x="6172200" y="1825625"/>
            <a:ext cx="5542956" cy="492443"/>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Content Placeholder Right"/>
          <p:cNvSpPr>
            <a:spLocks noGrp="1"/>
          </p:cNvSpPr>
          <p:nvPr>
            <p:ph sz="half" idx="2" hasCustomPrompt="1"/>
          </p:nvPr>
        </p:nvSpPr>
        <p:spPr>
          <a:xfrm>
            <a:off x="6172200" y="2473691"/>
            <a:ext cx="5542956" cy="3703271"/>
          </a:xfrm>
        </p:spPr>
        <p:txBody>
          <a:bodyPr/>
          <a:lstStyle>
            <a:lvl1pPr>
              <a:spcAft>
                <a:spcPts val="800"/>
              </a:spcAft>
              <a:defRPr sz="2400">
                <a:solidFill>
                  <a:srgbClr val="000000"/>
                </a:solidFill>
              </a:defRPr>
            </a:lvl1pPr>
            <a:lvl2pPr>
              <a:spcAft>
                <a:spcPts val="800"/>
              </a:spcAft>
              <a:defRPr sz="2400" b="0">
                <a:solidFill>
                  <a:srgbClr val="000000"/>
                </a:solidFill>
              </a:defRPr>
            </a:lvl2pPr>
            <a:lvl3pPr>
              <a:spcAft>
                <a:spcPts val="800"/>
              </a:spcAft>
              <a:defRPr sz="2400" b="0">
                <a:solidFill>
                  <a:srgbClr val="000000"/>
                </a:solidFill>
              </a:defRPr>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solidFill>
                  <a:srgbClr val="000000"/>
                </a:solidFill>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6"/>
            <a:ext cx="11241915" cy="909670"/>
          </a:xfrm>
        </p:spPr>
        <p:txBody>
          <a:bodyPr/>
          <a:lstStyle>
            <a:lvl1pPr>
              <a:defRPr/>
            </a:lvl1pPr>
          </a:lstStyle>
          <a:p>
            <a:r>
              <a:rPr lang="en-US" dirty="0"/>
              <a:t>Slide Title</a:t>
            </a:r>
          </a:p>
        </p:txBody>
      </p:sp>
      <p:sp>
        <p:nvSpPr>
          <p:cNvPr id="6" name="Content Placeholder 2">
            <a:extLst>
              <a:ext uri="{FF2B5EF4-FFF2-40B4-BE49-F238E27FC236}">
                <a16:creationId xmlns:a16="http://schemas.microsoft.com/office/drawing/2014/main" id="{72EB7A33-D6FD-4ACA-9D6B-0B6FF455A81D}"/>
              </a:ext>
            </a:extLst>
          </p:cNvPr>
          <p:cNvSpPr>
            <a:spLocks noGrp="1"/>
          </p:cNvSpPr>
          <p:nvPr>
            <p:ph idx="11"/>
          </p:nvPr>
        </p:nvSpPr>
        <p:spPr>
          <a:xfrm>
            <a:off x="476844" y="1582938"/>
            <a:ext cx="3344530" cy="800219"/>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dirty="0"/>
              <a:t>Click to edit Master text styles</a:t>
            </a:r>
          </a:p>
        </p:txBody>
      </p:sp>
      <p:sp>
        <p:nvSpPr>
          <p:cNvPr id="3" name="Content Placeholder Left"/>
          <p:cNvSpPr>
            <a:spLocks noGrp="1"/>
          </p:cNvSpPr>
          <p:nvPr>
            <p:ph sz="half" idx="1" hasCustomPrompt="1"/>
          </p:nvPr>
        </p:nvSpPr>
        <p:spPr>
          <a:xfrm>
            <a:off x="476844" y="2583180"/>
            <a:ext cx="3344530" cy="3593782"/>
          </a:xfrm>
        </p:spPr>
        <p:txBody>
          <a:bodyPr/>
          <a:lstStyle>
            <a:lvl1pPr>
              <a:spcAft>
                <a:spcPts val="800"/>
              </a:spcAft>
              <a:defRPr sz="2400">
                <a:solidFill>
                  <a:srgbClr val="000000"/>
                </a:solidFill>
              </a:defRPr>
            </a:lvl1pPr>
            <a:lvl2pPr>
              <a:spcAft>
                <a:spcPts val="800"/>
              </a:spcAft>
              <a:defRPr sz="2400" b="0">
                <a:solidFill>
                  <a:srgbClr val="000000"/>
                </a:solidFill>
              </a:defRPr>
            </a:lvl2pPr>
            <a:lvl3pPr>
              <a:spcAft>
                <a:spcPts val="800"/>
              </a:spcAft>
              <a:defRPr sz="2400" b="0">
                <a:solidFill>
                  <a:srgbClr val="000000"/>
                </a:solidFill>
              </a:defRPr>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solidFill>
                  <a:srgbClr val="000000"/>
                </a:solidFill>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Content Placeholder 2">
            <a:extLst>
              <a:ext uri="{FF2B5EF4-FFF2-40B4-BE49-F238E27FC236}">
                <a16:creationId xmlns:a16="http://schemas.microsoft.com/office/drawing/2014/main" id="{7FA33BDC-54C4-45B0-9977-6AD260A7B844}"/>
              </a:ext>
            </a:extLst>
          </p:cNvPr>
          <p:cNvSpPr>
            <a:spLocks noGrp="1"/>
          </p:cNvSpPr>
          <p:nvPr>
            <p:ph idx="12"/>
          </p:nvPr>
        </p:nvSpPr>
        <p:spPr>
          <a:xfrm>
            <a:off x="4423735" y="1582937"/>
            <a:ext cx="3344530" cy="800219"/>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dirty="0"/>
              <a:t>Click to edit Master text styles</a:t>
            </a:r>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2583179"/>
            <a:ext cx="3344530" cy="3597195"/>
          </a:xfrm>
        </p:spPr>
        <p:txBody>
          <a:bodyPr/>
          <a:lstStyle>
            <a:lvl1pPr>
              <a:spcAft>
                <a:spcPts val="800"/>
              </a:spcAft>
              <a:defRPr sz="2400">
                <a:solidFill>
                  <a:srgbClr val="000000"/>
                </a:solidFill>
              </a:defRPr>
            </a:lvl1pPr>
            <a:lvl2pPr>
              <a:spcAft>
                <a:spcPts val="800"/>
              </a:spcAft>
              <a:defRPr sz="2400" b="0">
                <a:solidFill>
                  <a:srgbClr val="000000"/>
                </a:solidFill>
              </a:defRPr>
            </a:lvl2pPr>
            <a:lvl3pPr>
              <a:spcAft>
                <a:spcPts val="800"/>
              </a:spcAft>
              <a:defRPr sz="2400" b="0">
                <a:solidFill>
                  <a:srgbClr val="000000"/>
                </a:solidFill>
              </a:defRPr>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solidFill>
                  <a:srgbClr val="000000"/>
                </a:solidFill>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8" name="Content Placeholder 2">
            <a:extLst>
              <a:ext uri="{FF2B5EF4-FFF2-40B4-BE49-F238E27FC236}">
                <a16:creationId xmlns:a16="http://schemas.microsoft.com/office/drawing/2014/main" id="{9F912163-109E-42CF-B7A9-36D05095C5E3}"/>
              </a:ext>
            </a:extLst>
          </p:cNvPr>
          <p:cNvSpPr>
            <a:spLocks noGrp="1"/>
          </p:cNvSpPr>
          <p:nvPr>
            <p:ph idx="13"/>
          </p:nvPr>
        </p:nvSpPr>
        <p:spPr>
          <a:xfrm>
            <a:off x="8366760" y="1588654"/>
            <a:ext cx="3344530" cy="800219"/>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dirty="0"/>
              <a:t>Click to edit Master text styles</a:t>
            </a:r>
          </a:p>
        </p:txBody>
      </p:sp>
      <p:sp>
        <p:nvSpPr>
          <p:cNvPr id="4" name="Content Placeholder Right"/>
          <p:cNvSpPr>
            <a:spLocks noGrp="1"/>
          </p:cNvSpPr>
          <p:nvPr>
            <p:ph sz="half" idx="2" hasCustomPrompt="1"/>
          </p:nvPr>
        </p:nvSpPr>
        <p:spPr>
          <a:xfrm>
            <a:off x="8370626" y="2579767"/>
            <a:ext cx="3344530" cy="3597195"/>
          </a:xfrm>
        </p:spPr>
        <p:txBody>
          <a:bodyPr/>
          <a:lstStyle>
            <a:lvl1pPr>
              <a:spcAft>
                <a:spcPts val="800"/>
              </a:spcAft>
              <a:defRPr sz="2400">
                <a:solidFill>
                  <a:srgbClr val="000000"/>
                </a:solidFill>
              </a:defRPr>
            </a:lvl1pPr>
            <a:lvl2pPr>
              <a:spcAft>
                <a:spcPts val="800"/>
              </a:spcAft>
              <a:defRPr sz="2400" b="0">
                <a:solidFill>
                  <a:srgbClr val="000000"/>
                </a:solidFill>
              </a:defRPr>
            </a:lvl2pPr>
            <a:lvl3pPr>
              <a:spcAft>
                <a:spcPts val="800"/>
              </a:spcAft>
              <a:defRPr sz="2400" b="0">
                <a:solidFill>
                  <a:srgbClr val="000000"/>
                </a:solidFill>
              </a:defRPr>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solidFill>
                  <a:srgbClr val="000000"/>
                </a:solidFill>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3245"/>
            <a:ext cx="11241915" cy="1217447"/>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solidFill>
                  <a:srgbClr val="000000"/>
                </a:solidFill>
              </a:defRPr>
            </a:lvl1pPr>
            <a:lvl2pPr>
              <a:spcAft>
                <a:spcPts val="800"/>
              </a:spcAft>
              <a:defRPr sz="2400" b="0">
                <a:solidFill>
                  <a:srgbClr val="000000"/>
                </a:solidFill>
              </a:defRPr>
            </a:lvl2pPr>
            <a:lvl3pPr>
              <a:spcAft>
                <a:spcPts val="800"/>
              </a:spcAft>
              <a:defRPr sz="2400" b="0">
                <a:solidFill>
                  <a:srgbClr val="000000"/>
                </a:solidFill>
              </a:defRPr>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solidFill>
                  <a:srgbClr val="000000"/>
                </a:solidFill>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solidFill>
                  <a:srgbClr val="000000"/>
                </a:solidFill>
              </a:defRPr>
            </a:lvl1pPr>
            <a:lvl2pPr marL="336550" indent="-112713">
              <a:defRPr sz="900" b="0">
                <a:solidFill>
                  <a:srgbClr val="000000"/>
                </a:solidFill>
              </a:defRPr>
            </a:lvl2pPr>
            <a:lvl3pPr marL="685800" indent="-168275">
              <a:defRPr sz="900" b="0">
                <a:solidFill>
                  <a:srgbClr val="000000"/>
                </a:solidFill>
              </a:defRPr>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368315"/>
            <a:ext cx="11241915" cy="1217447"/>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solidFill>
                  <a:srgbClr val="000000"/>
                </a:solidFill>
              </a:defRPr>
            </a:lvl1pPr>
            <a:lvl2pPr>
              <a:spcAft>
                <a:spcPts val="800"/>
              </a:spcAft>
              <a:defRPr sz="2400" b="0">
                <a:solidFill>
                  <a:srgbClr val="000000"/>
                </a:solidFill>
              </a:defRPr>
            </a:lvl2pPr>
            <a:lvl3pPr>
              <a:spcAft>
                <a:spcPts val="800"/>
              </a:spcAft>
              <a:defRPr sz="2400" b="0">
                <a:solidFill>
                  <a:srgbClr val="000000"/>
                </a:solidFill>
              </a:defRPr>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solidFill>
                  <a:srgbClr val="000000"/>
                </a:solidFill>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solidFill>
                  <a:srgbClr val="000000"/>
                </a:solidFill>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solidFill>
                  <a:srgbClr val="000000"/>
                </a:solidFill>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solidFill>
                  <a:srgbClr val="000000"/>
                </a:solidFill>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1"/>
          <p:cNvSpPr>
            <a:spLocks noGrp="1"/>
          </p:cNvSpPr>
          <p:nvPr>
            <p:ph idx="1" hasCustomPrompt="1"/>
          </p:nvPr>
        </p:nvSpPr>
        <p:spPr>
          <a:xfrm>
            <a:off x="476844" y="1944375"/>
            <a:ext cx="2563240" cy="2024480"/>
          </a:xfrm>
        </p:spPr>
        <p:txBody>
          <a:bodyPr/>
          <a:lstStyle>
            <a:lvl1pPr marL="0" indent="0" algn="ctr">
              <a:buNone/>
              <a:defRPr>
                <a:solidFill>
                  <a:srgbClr val="000000"/>
                </a:solidFill>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2488" y="1944375"/>
            <a:ext cx="2563240" cy="2024480"/>
          </a:xfrm>
        </p:spPr>
        <p:txBody>
          <a:bodyPr/>
          <a:lstStyle>
            <a:lvl1pPr marL="0" indent="0" algn="ctr">
              <a:buNone/>
              <a:defRPr>
                <a:solidFill>
                  <a:srgbClr val="000000"/>
                </a:solidFill>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1896" y="1953281"/>
            <a:ext cx="2563240" cy="2024480"/>
          </a:xfrm>
        </p:spPr>
        <p:txBody>
          <a:bodyPr/>
          <a:lstStyle>
            <a:lvl1pPr marL="0" indent="0" algn="ctr">
              <a:buNone/>
              <a:defRPr>
                <a:solidFill>
                  <a:srgbClr val="000000"/>
                </a:solidFill>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1916" y="1953281"/>
            <a:ext cx="2563240" cy="2024480"/>
          </a:xfrm>
        </p:spPr>
        <p:txBody>
          <a:bodyPr/>
          <a:lstStyle>
            <a:lvl1pPr marL="0" indent="0" algn="ctr">
              <a:buNone/>
              <a:defRPr>
                <a:solidFill>
                  <a:srgbClr val="000000"/>
                </a:solidFill>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76843" y="4128059"/>
            <a:ext cx="2563241" cy="2024480"/>
          </a:xfrm>
        </p:spPr>
        <p:txBody>
          <a:bodyPr/>
          <a:lstStyle>
            <a:lvl1pPr marL="0" indent="0" algn="ctr">
              <a:buNone/>
              <a:defRPr>
                <a:solidFill>
                  <a:srgbClr val="000000"/>
                </a:solidFill>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2487" y="4128059"/>
            <a:ext cx="2563241" cy="2024480"/>
          </a:xfrm>
        </p:spPr>
        <p:txBody>
          <a:bodyPr/>
          <a:lstStyle>
            <a:lvl1pPr marL="0" indent="0" algn="ctr">
              <a:buNone/>
              <a:defRPr>
                <a:solidFill>
                  <a:srgbClr val="000000"/>
                </a:solidFill>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1895" y="4136965"/>
            <a:ext cx="2563241" cy="2024480"/>
          </a:xfrm>
        </p:spPr>
        <p:txBody>
          <a:bodyPr/>
          <a:lstStyle>
            <a:lvl1pPr marL="0" indent="0" algn="ctr">
              <a:buNone/>
              <a:defRPr>
                <a:solidFill>
                  <a:srgbClr val="000000"/>
                </a:solidFill>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1915" y="4136965"/>
            <a:ext cx="2563241" cy="2024480"/>
          </a:xfrm>
        </p:spPr>
        <p:txBody>
          <a:bodyPr/>
          <a:lstStyle>
            <a:lvl1pPr marL="0" indent="0" algn="ctr">
              <a:buNone/>
              <a:defRPr>
                <a:solidFill>
                  <a:srgbClr val="000000"/>
                </a:solidFill>
              </a:defRPr>
            </a:lvl1pPr>
          </a:lstStyle>
          <a:p>
            <a:pPr lvl="0"/>
            <a:r>
              <a:rPr lang="en-US" dirty="0"/>
              <a:t>Insert here 8</a:t>
            </a:r>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solidFill>
                  <a:srgbClr val="000000"/>
                </a:solidFill>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solidFill>
                  <a:srgbClr val="000000"/>
                </a:solidFill>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solidFill>
                  <a:srgbClr val="000000"/>
                </a:solidFill>
              </a:defRPr>
            </a:lvl1pPr>
            <a:lvl2pPr>
              <a:spcAft>
                <a:spcPts val="800"/>
              </a:spcAft>
              <a:defRPr sz="2400" b="0">
                <a:solidFill>
                  <a:srgbClr val="000000"/>
                </a:solidFill>
              </a:defRPr>
            </a:lvl2pPr>
            <a:lvl3pPr>
              <a:spcAft>
                <a:spcPts val="800"/>
              </a:spcAft>
              <a:defRPr sz="2400" b="0">
                <a:solidFill>
                  <a:srgbClr val="000000"/>
                </a:solidFill>
              </a:defRPr>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solidFill>
                  <a:srgbClr val="000000"/>
                </a:solidFill>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solidFill>
                  <a:srgbClr val="000000"/>
                </a:solidFill>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solidFill>
                  <a:srgbClr val="000000"/>
                </a:solidFill>
              </a:defRPr>
            </a:lvl1pPr>
            <a:lvl2pPr>
              <a:spcAft>
                <a:spcPts val="800"/>
              </a:spcAft>
              <a:defRPr sz="2400" b="0">
                <a:solidFill>
                  <a:srgbClr val="000000"/>
                </a:solidFill>
              </a:defRPr>
            </a:lvl2pPr>
            <a:lvl3pPr>
              <a:spcAft>
                <a:spcPts val="800"/>
              </a:spcAft>
              <a:defRPr sz="2400" b="0">
                <a:solidFill>
                  <a:srgbClr val="000000"/>
                </a:solidFill>
              </a:defRPr>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solidFill>
                  <a:srgbClr val="000000"/>
                </a:solidFill>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solidFill>
                  <a:srgbClr val="000000"/>
                </a:solidFill>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solidFill>
                  <a:srgbClr val="000000"/>
                </a:solidFill>
              </a:defRPr>
            </a:lvl1pPr>
            <a:lvl2pPr>
              <a:spcAft>
                <a:spcPts val="800"/>
              </a:spcAft>
              <a:defRPr sz="2400" b="0">
                <a:solidFill>
                  <a:srgbClr val="000000"/>
                </a:solidFill>
              </a:defRPr>
            </a:lvl2pPr>
            <a:lvl3pPr>
              <a:spcAft>
                <a:spcPts val="800"/>
              </a:spcAft>
              <a:defRPr sz="2400" b="0">
                <a:solidFill>
                  <a:srgbClr val="000000"/>
                </a:solidFill>
              </a:defRPr>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solidFill>
                  <a:srgbClr val="000000"/>
                </a:solidFill>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solidFill>
                  <a:srgbClr val="000000"/>
                </a:solidFill>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solidFill>
                  <a:srgbClr val="000000"/>
                </a:solidFill>
              </a:defRPr>
            </a:lvl1pPr>
            <a:lvl2pPr>
              <a:spcAft>
                <a:spcPts val="800"/>
              </a:spcAft>
              <a:defRPr sz="1800" b="0">
                <a:solidFill>
                  <a:srgbClr val="000000"/>
                </a:solidFill>
              </a:defRPr>
            </a:lvl2pPr>
            <a:lvl3pPr>
              <a:spcAft>
                <a:spcPts val="800"/>
              </a:spcAft>
              <a:defRPr sz="1800" b="0">
                <a:solidFill>
                  <a:srgbClr val="000000"/>
                </a:solidFill>
              </a:defRPr>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solidFill>
                  <a:srgbClr val="000000"/>
                </a:solidFill>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solidFill>
                  <a:srgbClr val="000000"/>
                </a:solidFill>
              </a:defRPr>
            </a:lvl1pPr>
            <a:lvl2pPr>
              <a:spcAft>
                <a:spcPts val="800"/>
              </a:spcAft>
              <a:defRPr sz="1800" b="0">
                <a:solidFill>
                  <a:srgbClr val="000000"/>
                </a:solidFill>
              </a:defRPr>
            </a:lvl2pPr>
            <a:lvl3pPr>
              <a:spcAft>
                <a:spcPts val="800"/>
              </a:spcAft>
              <a:defRPr sz="1800" b="0">
                <a:solidFill>
                  <a:srgbClr val="000000"/>
                </a:solidFill>
              </a:defRPr>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solidFill>
                  <a:srgbClr val="000000"/>
                </a:solidFill>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solidFill>
                  <a:srgbClr val="000000"/>
                </a:solidFill>
              </a:defRPr>
            </a:lvl1pPr>
            <a:lvl2pPr>
              <a:spcAft>
                <a:spcPts val="800"/>
              </a:spcAft>
              <a:defRPr sz="1800" b="0">
                <a:solidFill>
                  <a:srgbClr val="000000"/>
                </a:solidFill>
              </a:defRPr>
            </a:lvl2pPr>
            <a:lvl3pPr>
              <a:spcAft>
                <a:spcPts val="800"/>
              </a:spcAft>
              <a:defRPr sz="1800" b="0">
                <a:solidFill>
                  <a:srgbClr val="000000"/>
                </a:solidFill>
              </a:defRPr>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solidFill>
                  <a:srgbClr val="000000"/>
                </a:solidFill>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solidFill>
                  <a:srgbClr val="000000"/>
                </a:solidFill>
              </a:defRPr>
            </a:lvl1pPr>
            <a:lvl2pPr>
              <a:spcAft>
                <a:spcPts val="800"/>
              </a:spcAft>
              <a:defRPr sz="1800" b="0">
                <a:solidFill>
                  <a:srgbClr val="000000"/>
                </a:solidFill>
              </a:defRPr>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solidFill>
                  <a:srgbClr val="000000"/>
                </a:solidFill>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solidFill>
                  <a:srgbClr val="000000"/>
                </a:solidFill>
              </a:defRPr>
            </a:lvl1pPr>
            <a:lvl2pPr>
              <a:spcAft>
                <a:spcPts val="800"/>
              </a:spcAft>
              <a:defRPr sz="1800" b="0">
                <a:solidFill>
                  <a:srgbClr val="000000"/>
                </a:solidFill>
              </a:defRPr>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solidFill>
                  <a:srgbClr val="000000"/>
                </a:solidFill>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solidFill>
                  <a:srgbClr val="000000"/>
                </a:solidFill>
              </a:defRPr>
            </a:lvl1pPr>
            <a:lvl2pPr>
              <a:spcAft>
                <a:spcPts val="800"/>
              </a:spcAft>
              <a:defRPr sz="1800" b="0">
                <a:solidFill>
                  <a:srgbClr val="000000"/>
                </a:solidFill>
              </a:defRPr>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solidFill>
                  <a:srgbClr val="000000"/>
                </a:solidFill>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solidFill>
                  <a:srgbClr val="000000"/>
                </a:solidFill>
              </a:defRPr>
            </a:lvl1pPr>
            <a:lvl2pPr>
              <a:spcAft>
                <a:spcPts val="800"/>
              </a:spcAft>
              <a:defRPr sz="1800" b="0">
                <a:solidFill>
                  <a:srgbClr val="000000"/>
                </a:solidFill>
              </a:defRPr>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ideo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5302E-3CB5-42AD-B464-F6B07B511A7B}"/>
              </a:ext>
            </a:extLst>
          </p:cNvPr>
          <p:cNvSpPr>
            <a:spLocks noGrp="1"/>
          </p:cNvSpPr>
          <p:nvPr>
            <p:ph type="title"/>
          </p:nvPr>
        </p:nvSpPr>
        <p:spPr/>
        <p:txBody>
          <a:bodyPr/>
          <a:lstStyle/>
          <a:p>
            <a:r>
              <a:rPr lang="en-US"/>
              <a:t>Click to edit Master title style</a:t>
            </a:r>
          </a:p>
        </p:txBody>
      </p:sp>
      <p:sp>
        <p:nvSpPr>
          <p:cNvPr id="4" name="Media Placeholder 3">
            <a:extLst>
              <a:ext uri="{FF2B5EF4-FFF2-40B4-BE49-F238E27FC236}">
                <a16:creationId xmlns:a16="http://schemas.microsoft.com/office/drawing/2014/main" id="{50C3DAD5-7018-41AE-A45F-20014BF27990}"/>
              </a:ext>
            </a:extLst>
          </p:cNvPr>
          <p:cNvSpPr>
            <a:spLocks noGrp="1"/>
          </p:cNvSpPr>
          <p:nvPr>
            <p:ph type="media" sz="quarter" idx="10"/>
          </p:nvPr>
        </p:nvSpPr>
        <p:spPr>
          <a:xfrm>
            <a:off x="476250" y="2120900"/>
            <a:ext cx="6361113" cy="3683000"/>
          </a:xfrm>
        </p:spPr>
        <p:txBody>
          <a:bodyPr/>
          <a:lstStyle>
            <a:lvl1pPr marL="0" indent="0">
              <a:buNone/>
              <a:defRPr/>
            </a:lvl1pPr>
          </a:lstStyle>
          <a:p>
            <a:endParaRPr lang="en-US" dirty="0"/>
          </a:p>
        </p:txBody>
      </p:sp>
      <p:sp>
        <p:nvSpPr>
          <p:cNvPr id="9" name="Text Placeholder 8">
            <a:extLst>
              <a:ext uri="{FF2B5EF4-FFF2-40B4-BE49-F238E27FC236}">
                <a16:creationId xmlns:a16="http://schemas.microsoft.com/office/drawing/2014/main" id="{AD03E3FD-A040-4AA5-BC67-8F46FFA45485}"/>
              </a:ext>
            </a:extLst>
          </p:cNvPr>
          <p:cNvSpPr>
            <a:spLocks noGrp="1"/>
          </p:cNvSpPr>
          <p:nvPr>
            <p:ph type="body" sz="quarter" idx="11" hasCustomPrompt="1"/>
          </p:nvPr>
        </p:nvSpPr>
        <p:spPr>
          <a:xfrm>
            <a:off x="7646988" y="3962401"/>
            <a:ext cx="3922712" cy="1841500"/>
          </a:xfrm>
        </p:spPr>
        <p:txBody>
          <a:bodyPr/>
          <a:lstStyle>
            <a:lvl1pPr marL="0" indent="0">
              <a:buNone/>
              <a:defRPr sz="1800"/>
            </a:lvl1pPr>
            <a:lvl5pPr>
              <a:defRPr sz="2400" b="0">
                <a:solidFill>
                  <a:srgbClr val="000000"/>
                </a:solidFill>
              </a:defRPr>
            </a:lvl5pPr>
          </a:lstStyle>
          <a:p>
            <a:pPr lvl="0"/>
            <a:r>
              <a:rPr lang="en-US" dirty="0"/>
              <a:t>Click to add caption to accompany content. </a:t>
            </a:r>
          </a:p>
        </p:txBody>
      </p:sp>
    </p:spTree>
    <p:extLst>
      <p:ext uri="{BB962C8B-B14F-4D97-AF65-F5344CB8AC3E}">
        <p14:creationId xmlns:p14="http://schemas.microsoft.com/office/powerpoint/2010/main" val="3258069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2">
                    <a:lumMod val="10000"/>
                  </a:schemeClr>
                </a:solidFill>
                <a:latin typeface="+mn-lt"/>
              </a:rPr>
              <a:pPr/>
              <a:t>‹#›</a:t>
            </a:fld>
            <a:endParaRPr lang="en-US" sz="1100" dirty="0">
              <a:solidFill>
                <a:schemeClr val="bg2">
                  <a:lumMod val="10000"/>
                </a:schemeClr>
              </a:solidFill>
              <a:latin typeface="+mn-lt"/>
            </a:endParaRPr>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pic>
        <p:nvPicPr>
          <p:cNvPr id="5" name="Logo">
            <a:extLst>
              <a:ext uri="{FF2B5EF4-FFF2-40B4-BE49-F238E27FC236}">
                <a16:creationId xmlns:a16="http://schemas.microsoft.com/office/drawing/2014/main" id="{7D9DE7A7-3324-4B9D-A406-42B62C5A8F9E}"/>
              </a:ext>
              <a:ext uri="{C183D7F6-B498-43B3-948B-1728B52AA6E4}">
                <adec:decorative xmlns:adec="http://schemas.microsoft.com/office/drawing/2017/decorative" val="1"/>
              </a:ext>
            </a:extLst>
          </p:cNvPr>
          <p:cNvPicPr>
            <a:picLocks noChangeAspect="1"/>
          </p:cNvPicPr>
          <p:nvPr userDrawn="1"/>
        </p:nvPicPr>
        <p:blipFill>
          <a:blip r:embed="rId16" cstate="email">
            <a:extLst>
              <a:ext uri="{28A0092B-C50C-407E-A947-70E740481C1C}">
                <a14:useLocalDpi xmlns:a14="http://schemas.microsoft.com/office/drawing/2010/main"/>
              </a:ext>
            </a:extLst>
          </a:blip>
          <a:srcRect/>
          <a:stretch>
            <a:fillRect/>
          </a:stretch>
        </p:blipFill>
        <p:spPr bwMode="auto">
          <a:xfrm>
            <a:off x="422286" y="6444088"/>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2103120" y="6355080"/>
            <a:ext cx="8961120" cy="430887"/>
          </a:xfrm>
          <a:prstGeom prst="rect">
            <a:avLst/>
          </a:prstGeom>
          <a:noFill/>
        </p:spPr>
        <p:txBody>
          <a:bodyPr wrap="square" rtlCol="0">
            <a:spAutoFit/>
          </a:bodyPr>
          <a:lstStyle/>
          <a:p>
            <a:r>
              <a:rPr lang="en-US" sz="1100" dirty="0">
                <a:solidFill>
                  <a:schemeClr val="accent1"/>
                </a:solidFill>
                <a:latin typeface="+mn-lt"/>
              </a:rPr>
              <a:t>Michael E. Whitman and Herbert J. Mattord, </a:t>
            </a:r>
            <a:r>
              <a:rPr lang="en-US" sz="1100" i="1" dirty="0">
                <a:solidFill>
                  <a:schemeClr val="accent1"/>
                </a:solidFill>
                <a:latin typeface="+mn-lt"/>
              </a:rPr>
              <a:t>Principles of Information Security</a:t>
            </a:r>
            <a:r>
              <a:rPr lang="en-US" sz="1100" dirty="0">
                <a:solidFill>
                  <a:schemeClr val="accent1"/>
                </a:solidFill>
                <a:latin typeface="+mn-lt"/>
              </a:rPr>
              <a:t>, 7th Edition. © 2022 Cengage. All Rights Reserved. May not be scanned, copied or duplicated, or posted to a publicly accessible website, in whole or in part.</a:t>
            </a:r>
          </a:p>
        </p:txBody>
      </p:sp>
    </p:spTree>
    <p:custDataLst>
      <p:tags r:id="rId15"/>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28" r:id="rId4"/>
    <p:sldLayoutId id="2147483736" r:id="rId5"/>
    <p:sldLayoutId id="2147483729" r:id="rId6"/>
    <p:sldLayoutId id="2147483760" r:id="rId7"/>
    <p:sldLayoutId id="2147483730" r:id="rId8"/>
    <p:sldLayoutId id="2147483732" r:id="rId9"/>
    <p:sldLayoutId id="2147483761" r:id="rId10"/>
    <p:sldLayoutId id="2147483737" r:id="rId11"/>
    <p:sldLayoutId id="2147483762" r:id="rId12"/>
    <p:sldLayoutId id="2147483766" r:id="rId13"/>
  </p:sldLayoutIdLst>
  <p:hf hdr="0" ftr="0" dt="0"/>
  <p:txStyles>
    <p:titleStyle>
      <a:lvl1pPr algn="ctr" defTabSz="914400" rtl="0" eaLnBrk="1" latinLnBrk="0" hangingPunct="1">
        <a:lnSpc>
          <a:spcPct val="90000"/>
        </a:lnSpc>
        <a:spcBef>
          <a:spcPct val="0"/>
        </a:spcBef>
        <a:buNone/>
        <a:defRPr sz="4000" b="1"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accent1"/>
        </a:buClr>
        <a:buFont typeface="Arial" panose="020B0604020202020204" pitchFamily="34" charset="0"/>
        <a:buChar char="•"/>
        <a:defRPr sz="2400" b="0" kern="1200">
          <a:solidFill>
            <a:srgbClr val="000000"/>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accent1"/>
        </a:buClr>
        <a:buFont typeface="Arial" panose="020B0604020202020204" pitchFamily="34" charset="0"/>
        <a:buChar char="−"/>
        <a:defRPr sz="2400" b="0" kern="1200">
          <a:solidFill>
            <a:srgbClr val="000000"/>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accent1"/>
        </a:buClr>
        <a:buSzPct val="80000"/>
        <a:buFont typeface="Wingdings" panose="05000000000000000000" pitchFamily="2" charset="2"/>
        <a:buChar char="§"/>
        <a:defRPr sz="2400" b="0" kern="1200">
          <a:solidFill>
            <a:srgbClr val="000000"/>
          </a:solidFill>
          <a:latin typeface="+mn-lt"/>
          <a:ea typeface="+mn-ea"/>
          <a:cs typeface="+mn-cs"/>
        </a:defRPr>
      </a:lvl3pPr>
      <a:lvl4pPr marL="1714500" indent="-342900" algn="l" defTabSz="914400" rtl="0" eaLnBrk="1" latinLnBrk="0" hangingPunct="1">
        <a:lnSpc>
          <a:spcPct val="90000"/>
        </a:lnSpc>
        <a:spcBef>
          <a:spcPts val="500"/>
        </a:spcBef>
        <a:buSzPct val="100000"/>
        <a:buFont typeface="Arial" panose="020B0604020202020204" pitchFamily="34" charset="0"/>
        <a:buChar char="•"/>
        <a:defRPr sz="2400" b="0" kern="1200">
          <a:solidFill>
            <a:srgbClr val="0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4.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0.png"/><Relationship Id="rId18" Type="http://schemas.openxmlformats.org/officeDocument/2006/relationships/customXml" Target="../ink/ink8.xml"/><Relationship Id="rId3" Type="http://schemas.openxmlformats.org/officeDocument/2006/relationships/notesSlide" Target="../notesSlides/notesSlide2.xml"/><Relationship Id="rId7" Type="http://schemas.openxmlformats.org/officeDocument/2006/relationships/image" Target="../media/image7.png"/><Relationship Id="rId12" Type="http://schemas.openxmlformats.org/officeDocument/2006/relationships/customXml" Target="../ink/ink5.xml"/><Relationship Id="rId17" Type="http://schemas.openxmlformats.org/officeDocument/2006/relationships/image" Target="../media/image12.png"/><Relationship Id="rId2" Type="http://schemas.openxmlformats.org/officeDocument/2006/relationships/slideLayout" Target="../slideLayouts/slideLayout3.xml"/><Relationship Id="rId16" Type="http://schemas.openxmlformats.org/officeDocument/2006/relationships/customXml" Target="../ink/ink7.xml"/><Relationship Id="rId1" Type="http://schemas.openxmlformats.org/officeDocument/2006/relationships/tags" Target="../tags/tag18.xml"/><Relationship Id="rId6" Type="http://schemas.openxmlformats.org/officeDocument/2006/relationships/customXml" Target="../ink/ink2.xml"/><Relationship Id="rId11" Type="http://schemas.openxmlformats.org/officeDocument/2006/relationships/image" Target="../media/image9.png"/><Relationship Id="rId5" Type="http://schemas.openxmlformats.org/officeDocument/2006/relationships/image" Target="../media/image6.png"/><Relationship Id="rId15" Type="http://schemas.openxmlformats.org/officeDocument/2006/relationships/image" Target="../media/image11.png"/><Relationship Id="rId10" Type="http://schemas.openxmlformats.org/officeDocument/2006/relationships/customXml" Target="../ink/ink4.xml"/><Relationship Id="rId19" Type="http://schemas.openxmlformats.org/officeDocument/2006/relationships/image" Target="../media/image13.png"/><Relationship Id="rId4" Type="http://schemas.openxmlformats.org/officeDocument/2006/relationships/customXml" Target="../ink/ink1.xml"/><Relationship Id="rId9" Type="http://schemas.openxmlformats.org/officeDocument/2006/relationships/image" Target="../media/image8.png"/><Relationship Id="rId14" Type="http://schemas.openxmlformats.org/officeDocument/2006/relationships/customXml" Target="../ink/ink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19.xml"/><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8" Type="http://schemas.openxmlformats.org/officeDocument/2006/relationships/customXml" Target="../ink/ink11.xml"/><Relationship Id="rId3" Type="http://schemas.openxmlformats.org/officeDocument/2006/relationships/notesSlide" Target="../notesSlides/notesSlide4.xml"/><Relationship Id="rId7"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20.xml"/><Relationship Id="rId6" Type="http://schemas.openxmlformats.org/officeDocument/2006/relationships/customXml" Target="../ink/ink10.xml"/><Relationship Id="rId5" Type="http://schemas.openxmlformats.org/officeDocument/2006/relationships/image" Target="../media/image15.png"/><Relationship Id="rId4" Type="http://schemas.openxmlformats.org/officeDocument/2006/relationships/customXml" Target="../ink/ink9.xml"/><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21.xml"/><Relationship Id="rId4" Type="http://schemas.openxmlformats.org/officeDocument/2006/relationships/image" Target="../media/image18.jpeg"/></Relationships>
</file>

<file path=ppt/slides/_rels/slide8.xml.rels><?xml version="1.0" encoding="UTF-8" standalone="yes"?>
<Relationships xmlns="http://schemas.openxmlformats.org/package/2006/relationships"><Relationship Id="rId8" Type="http://schemas.openxmlformats.org/officeDocument/2006/relationships/customXml" Target="../ink/ink14.xml"/><Relationship Id="rId13" Type="http://schemas.openxmlformats.org/officeDocument/2006/relationships/image" Target="../media/image23.png"/><Relationship Id="rId3" Type="http://schemas.openxmlformats.org/officeDocument/2006/relationships/notesSlide" Target="../notesSlides/notesSlide6.xml"/><Relationship Id="rId7" Type="http://schemas.openxmlformats.org/officeDocument/2006/relationships/image" Target="../media/image20.png"/><Relationship Id="rId12" Type="http://schemas.openxmlformats.org/officeDocument/2006/relationships/customXml" Target="../ink/ink16.xml"/><Relationship Id="rId2" Type="http://schemas.openxmlformats.org/officeDocument/2006/relationships/slideLayout" Target="../slideLayouts/slideLayout3.xml"/><Relationship Id="rId1" Type="http://schemas.openxmlformats.org/officeDocument/2006/relationships/tags" Target="../tags/tag22.xml"/><Relationship Id="rId6" Type="http://schemas.openxmlformats.org/officeDocument/2006/relationships/customXml" Target="../ink/ink13.xml"/><Relationship Id="rId11" Type="http://schemas.openxmlformats.org/officeDocument/2006/relationships/image" Target="../media/image22.png"/><Relationship Id="rId5" Type="http://schemas.openxmlformats.org/officeDocument/2006/relationships/image" Target="../media/image19.png"/><Relationship Id="rId10" Type="http://schemas.openxmlformats.org/officeDocument/2006/relationships/customXml" Target="../ink/ink15.xml"/><Relationship Id="rId4" Type="http://schemas.openxmlformats.org/officeDocument/2006/relationships/customXml" Target="../ink/ink12.xml"/><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24.xml"/><Relationship Id="rId4" Type="http://schemas.openxmlformats.org/officeDocument/2006/relationships/image" Target="../media/image24.jpeg"/></Relationships>
</file>

<file path=ppt/slides/_rels/slide11.xml.rels><?xml version="1.0" encoding="UTF-8" standalone="yes"?>
<Relationships xmlns="http://schemas.openxmlformats.org/package/2006/relationships"><Relationship Id="rId8" Type="http://schemas.openxmlformats.org/officeDocument/2006/relationships/customXml" Target="../ink/ink19.xml"/><Relationship Id="rId3" Type="http://schemas.openxmlformats.org/officeDocument/2006/relationships/notesSlide" Target="../notesSlides/notesSlide9.xml"/><Relationship Id="rId7" Type="http://schemas.openxmlformats.org/officeDocument/2006/relationships/image" Target="../media/image26.png"/><Relationship Id="rId2" Type="http://schemas.openxmlformats.org/officeDocument/2006/relationships/slideLayout" Target="../slideLayouts/slideLayout3.xml"/><Relationship Id="rId1" Type="http://schemas.openxmlformats.org/officeDocument/2006/relationships/tags" Target="../tags/tag25.xml"/><Relationship Id="rId6" Type="http://schemas.openxmlformats.org/officeDocument/2006/relationships/customXml" Target="../ink/ink18.xml"/><Relationship Id="rId5" Type="http://schemas.openxmlformats.org/officeDocument/2006/relationships/image" Target="../media/image25.png"/><Relationship Id="rId4" Type="http://schemas.openxmlformats.org/officeDocument/2006/relationships/customXml" Target="../ink/ink17.xml"/><Relationship Id="rId9"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customXml" Target="../ink/ink22.xml"/><Relationship Id="rId3" Type="http://schemas.openxmlformats.org/officeDocument/2006/relationships/notesSlide" Target="../notesSlides/notesSlide10.xml"/><Relationship Id="rId7" Type="http://schemas.openxmlformats.org/officeDocument/2006/relationships/image" Target="../media/image29.png"/><Relationship Id="rId2" Type="http://schemas.openxmlformats.org/officeDocument/2006/relationships/slideLayout" Target="../slideLayouts/slideLayout3.xml"/><Relationship Id="rId1" Type="http://schemas.openxmlformats.org/officeDocument/2006/relationships/tags" Target="../tags/tag26.xml"/><Relationship Id="rId6" Type="http://schemas.openxmlformats.org/officeDocument/2006/relationships/customXml" Target="../ink/ink21.xml"/><Relationship Id="rId11" Type="http://schemas.openxmlformats.org/officeDocument/2006/relationships/image" Target="../media/image31.png"/><Relationship Id="rId5" Type="http://schemas.openxmlformats.org/officeDocument/2006/relationships/image" Target="../media/image28.png"/><Relationship Id="rId10" Type="http://schemas.openxmlformats.org/officeDocument/2006/relationships/customXml" Target="../ink/ink23.xml"/><Relationship Id="rId4" Type="http://schemas.openxmlformats.org/officeDocument/2006/relationships/customXml" Target="../ink/ink20.xml"/><Relationship Id="rId9"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2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2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9.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0.xml"/></Relationships>
</file>

<file path=ppt/slides/_rels/slide17.xml.rels><?xml version="1.0" encoding="UTF-8" standalone="yes"?>
<Relationships xmlns="http://schemas.openxmlformats.org/package/2006/relationships"><Relationship Id="rId8" Type="http://schemas.openxmlformats.org/officeDocument/2006/relationships/customXml" Target="../ink/ink26.xml"/><Relationship Id="rId13" Type="http://schemas.openxmlformats.org/officeDocument/2006/relationships/image" Target="../media/image36.png"/><Relationship Id="rId18" Type="http://schemas.openxmlformats.org/officeDocument/2006/relationships/customXml" Target="../ink/ink31.xml"/><Relationship Id="rId3" Type="http://schemas.openxmlformats.org/officeDocument/2006/relationships/notesSlide" Target="../notesSlides/notesSlide13.xml"/><Relationship Id="rId21" Type="http://schemas.openxmlformats.org/officeDocument/2006/relationships/image" Target="../media/image40.png"/><Relationship Id="rId7" Type="http://schemas.openxmlformats.org/officeDocument/2006/relationships/image" Target="../media/image33.png"/><Relationship Id="rId12" Type="http://schemas.openxmlformats.org/officeDocument/2006/relationships/customXml" Target="../ink/ink28.xml"/><Relationship Id="rId17" Type="http://schemas.openxmlformats.org/officeDocument/2006/relationships/image" Target="../media/image38.png"/><Relationship Id="rId2" Type="http://schemas.openxmlformats.org/officeDocument/2006/relationships/slideLayout" Target="../slideLayouts/slideLayout3.xml"/><Relationship Id="rId16" Type="http://schemas.openxmlformats.org/officeDocument/2006/relationships/customXml" Target="../ink/ink30.xml"/><Relationship Id="rId20" Type="http://schemas.openxmlformats.org/officeDocument/2006/relationships/customXml" Target="../ink/ink32.xml"/><Relationship Id="rId1" Type="http://schemas.openxmlformats.org/officeDocument/2006/relationships/tags" Target="../tags/tag31.xml"/><Relationship Id="rId6" Type="http://schemas.openxmlformats.org/officeDocument/2006/relationships/customXml" Target="../ink/ink25.xml"/><Relationship Id="rId11" Type="http://schemas.openxmlformats.org/officeDocument/2006/relationships/image" Target="../media/image35.png"/><Relationship Id="rId5" Type="http://schemas.openxmlformats.org/officeDocument/2006/relationships/image" Target="../media/image32.png"/><Relationship Id="rId15" Type="http://schemas.openxmlformats.org/officeDocument/2006/relationships/image" Target="../media/image37.png"/><Relationship Id="rId10" Type="http://schemas.openxmlformats.org/officeDocument/2006/relationships/customXml" Target="../ink/ink27.xml"/><Relationship Id="rId19" Type="http://schemas.openxmlformats.org/officeDocument/2006/relationships/image" Target="../media/image39.png"/><Relationship Id="rId4" Type="http://schemas.openxmlformats.org/officeDocument/2006/relationships/customXml" Target="../ink/ink24.xml"/><Relationship Id="rId9" Type="http://schemas.openxmlformats.org/officeDocument/2006/relationships/image" Target="../media/image34.png"/><Relationship Id="rId14" Type="http://schemas.openxmlformats.org/officeDocument/2006/relationships/customXml" Target="../ink/ink29.xml"/></Relationships>
</file>

<file path=ppt/slides/_rels/slide18.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customXml" Target="../ink/ink33.xml"/><Relationship Id="rId7" Type="http://schemas.openxmlformats.org/officeDocument/2006/relationships/customXml" Target="../ink/ink35.xml"/><Relationship Id="rId12"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42.png"/><Relationship Id="rId11" Type="http://schemas.openxmlformats.org/officeDocument/2006/relationships/customXml" Target="../ink/ink37.xml"/><Relationship Id="rId5" Type="http://schemas.openxmlformats.org/officeDocument/2006/relationships/customXml" Target="../ink/ink34.xml"/><Relationship Id="rId10" Type="http://schemas.openxmlformats.org/officeDocument/2006/relationships/image" Target="../media/image44.png"/><Relationship Id="rId4" Type="http://schemas.openxmlformats.org/officeDocument/2006/relationships/image" Target="../media/image41.png"/><Relationship Id="rId9" Type="http://schemas.openxmlformats.org/officeDocument/2006/relationships/customXml" Target="../ink/ink3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3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3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ags" Target="../tags/tag34.xml"/><Relationship Id="rId4" Type="http://schemas.openxmlformats.org/officeDocument/2006/relationships/image" Target="../media/image46.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35.xml"/><Relationship Id="rId4" Type="http://schemas.openxmlformats.org/officeDocument/2006/relationships/image" Target="../media/image47.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openxmlformats.org/officeDocument/2006/relationships/customXml" Target="../ink/ink41.xml"/><Relationship Id="rId13"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0.png"/><Relationship Id="rId12" Type="http://schemas.openxmlformats.org/officeDocument/2006/relationships/customXml" Target="../ink/ink43.xml"/><Relationship Id="rId2" Type="http://schemas.openxmlformats.org/officeDocument/2006/relationships/customXml" Target="../ink/ink38.xml"/><Relationship Id="rId1" Type="http://schemas.openxmlformats.org/officeDocument/2006/relationships/slideLayout" Target="../slideLayouts/slideLayout3.xml"/><Relationship Id="rId6" Type="http://schemas.openxmlformats.org/officeDocument/2006/relationships/customXml" Target="../ink/ink40.xml"/><Relationship Id="rId11" Type="http://schemas.openxmlformats.org/officeDocument/2006/relationships/image" Target="../media/image52.png"/><Relationship Id="rId5" Type="http://schemas.openxmlformats.org/officeDocument/2006/relationships/image" Target="../media/image49.png"/><Relationship Id="rId10" Type="http://schemas.openxmlformats.org/officeDocument/2006/relationships/customXml" Target="../ink/ink42.xml"/><Relationship Id="rId4" Type="http://schemas.openxmlformats.org/officeDocument/2006/relationships/customXml" Target="../ink/ink39.xml"/><Relationship Id="rId9" Type="http://schemas.openxmlformats.org/officeDocument/2006/relationships/image" Target="../media/image51.pn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customXml" Target="../ink/ink4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customXml" Target="../ink/ink45.xml"/><Relationship Id="rId1" Type="http://schemas.openxmlformats.org/officeDocument/2006/relationships/slideLayout" Target="../slideLayouts/slideLayout3.xml"/><Relationship Id="rId5" Type="http://schemas.openxmlformats.org/officeDocument/2006/relationships/image" Target="../media/image56.png"/><Relationship Id="rId4" Type="http://schemas.openxmlformats.org/officeDocument/2006/relationships/customXml" Target="../ink/ink4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36.xml"/><Relationship Id="rId4" Type="http://schemas.openxmlformats.org/officeDocument/2006/relationships/image" Target="../media/image57.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ags" Target="../tags/tag37.xml"/></Relationships>
</file>

<file path=ppt/slides/_rels/slide29.xml.rels><?xml version="1.0" encoding="UTF-8" standalone="yes"?>
<Relationships xmlns="http://schemas.openxmlformats.org/package/2006/relationships"><Relationship Id="rId8" Type="http://schemas.openxmlformats.org/officeDocument/2006/relationships/customXml" Target="../ink/ink50.xml"/><Relationship Id="rId3" Type="http://schemas.openxmlformats.org/officeDocument/2006/relationships/image" Target="../media/image58.png"/><Relationship Id="rId7" Type="http://schemas.openxmlformats.org/officeDocument/2006/relationships/image" Target="../media/image60.png"/><Relationship Id="rId2" Type="http://schemas.openxmlformats.org/officeDocument/2006/relationships/customXml" Target="../ink/ink47.xml"/><Relationship Id="rId1" Type="http://schemas.openxmlformats.org/officeDocument/2006/relationships/slideLayout" Target="../slideLayouts/slideLayout3.xml"/><Relationship Id="rId6" Type="http://schemas.openxmlformats.org/officeDocument/2006/relationships/customXml" Target="../ink/ink49.xml"/><Relationship Id="rId5" Type="http://schemas.openxmlformats.org/officeDocument/2006/relationships/image" Target="../media/image59.png"/><Relationship Id="rId4" Type="http://schemas.openxmlformats.org/officeDocument/2006/relationships/customXml" Target="../ink/ink48.xml"/><Relationship Id="rId9" Type="http://schemas.openxmlformats.org/officeDocument/2006/relationships/image" Target="../media/image61.png"/></Relationships>
</file>

<file path=ppt/slides/_rels/slide30.xml.rels><?xml version="1.0" encoding="UTF-8" standalone="yes"?>
<Relationships xmlns="http://schemas.openxmlformats.org/package/2006/relationships"><Relationship Id="rId8" Type="http://schemas.openxmlformats.org/officeDocument/2006/relationships/customXml" Target="../ink/ink54.xml"/><Relationship Id="rId13"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4.png"/><Relationship Id="rId12" Type="http://schemas.openxmlformats.org/officeDocument/2006/relationships/customXml" Target="../ink/ink56.xml"/><Relationship Id="rId2" Type="http://schemas.openxmlformats.org/officeDocument/2006/relationships/customXml" Target="../ink/ink51.xml"/><Relationship Id="rId1" Type="http://schemas.openxmlformats.org/officeDocument/2006/relationships/slideLayout" Target="../slideLayouts/slideLayout3.xml"/><Relationship Id="rId6" Type="http://schemas.openxmlformats.org/officeDocument/2006/relationships/customXml" Target="../ink/ink53.xml"/><Relationship Id="rId11" Type="http://schemas.openxmlformats.org/officeDocument/2006/relationships/image" Target="../media/image66.png"/><Relationship Id="rId5" Type="http://schemas.openxmlformats.org/officeDocument/2006/relationships/image" Target="../media/image63.png"/><Relationship Id="rId10" Type="http://schemas.openxmlformats.org/officeDocument/2006/relationships/customXml" Target="../ink/ink55.xml"/><Relationship Id="rId4" Type="http://schemas.openxmlformats.org/officeDocument/2006/relationships/customXml" Target="../ink/ink52.xml"/><Relationship Id="rId9" Type="http://schemas.openxmlformats.org/officeDocument/2006/relationships/image" Target="../media/image65.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38.xml"/><Relationship Id="rId4" Type="http://schemas.openxmlformats.org/officeDocument/2006/relationships/image" Target="../media/image68.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ags" Target="../tags/tag39.xml"/></Relationships>
</file>

<file path=ppt/slides/_rels/slide33.xml.rels><?xml version="1.0" encoding="UTF-8" standalone="yes"?>
<Relationships xmlns="http://schemas.openxmlformats.org/package/2006/relationships"><Relationship Id="rId8" Type="http://schemas.openxmlformats.org/officeDocument/2006/relationships/customXml" Target="../ink/ink59.xml"/><Relationship Id="rId3" Type="http://schemas.openxmlformats.org/officeDocument/2006/relationships/notesSlide" Target="../notesSlides/notesSlide24.xml"/><Relationship Id="rId7" Type="http://schemas.openxmlformats.org/officeDocument/2006/relationships/image" Target="../media/image70.png"/><Relationship Id="rId2" Type="http://schemas.openxmlformats.org/officeDocument/2006/relationships/slideLayout" Target="../slideLayouts/slideLayout3.xml"/><Relationship Id="rId1" Type="http://schemas.openxmlformats.org/officeDocument/2006/relationships/tags" Target="../tags/tag40.xml"/><Relationship Id="rId6" Type="http://schemas.openxmlformats.org/officeDocument/2006/relationships/customXml" Target="../ink/ink58.xml"/><Relationship Id="rId5" Type="http://schemas.openxmlformats.org/officeDocument/2006/relationships/image" Target="../media/image69.png"/><Relationship Id="rId4" Type="http://schemas.openxmlformats.org/officeDocument/2006/relationships/customXml" Target="../ink/ink57.xml"/><Relationship Id="rId9" Type="http://schemas.openxmlformats.org/officeDocument/2006/relationships/image" Target="../media/image7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41.xml"/><Relationship Id="rId5" Type="http://schemas.openxmlformats.org/officeDocument/2006/relationships/image" Target="../media/image72.png"/><Relationship Id="rId4" Type="http://schemas.openxmlformats.org/officeDocument/2006/relationships/customXml" Target="../ink/ink60.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tags" Target="../tags/tag42.xml"/><Relationship Id="rId5" Type="http://schemas.openxmlformats.org/officeDocument/2006/relationships/image" Target="../media/image73.png"/><Relationship Id="rId4" Type="http://schemas.openxmlformats.org/officeDocument/2006/relationships/customXml" Target="../ink/ink6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tags" Target="../tags/tag43.xml"/><Relationship Id="rId4" Type="http://schemas.openxmlformats.org/officeDocument/2006/relationships/image" Target="../media/image74.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ags" Target="../tags/tag44.xml"/></Relationships>
</file>

<file path=ppt/slides/_rels/slide38.xml.rels><?xml version="1.0" encoding="UTF-8" standalone="yes"?>
<Relationships xmlns="http://schemas.openxmlformats.org/package/2006/relationships"><Relationship Id="rId8" Type="http://schemas.openxmlformats.org/officeDocument/2006/relationships/customXml" Target="../ink/ink64.xml"/><Relationship Id="rId3" Type="http://schemas.openxmlformats.org/officeDocument/2006/relationships/notesSlide" Target="../notesSlides/notesSlide29.xml"/><Relationship Id="rId7" Type="http://schemas.openxmlformats.org/officeDocument/2006/relationships/image" Target="../media/image76.png"/><Relationship Id="rId2" Type="http://schemas.openxmlformats.org/officeDocument/2006/relationships/slideLayout" Target="../slideLayouts/slideLayout3.xml"/><Relationship Id="rId1" Type="http://schemas.openxmlformats.org/officeDocument/2006/relationships/tags" Target="../tags/tag45.xml"/><Relationship Id="rId6" Type="http://schemas.openxmlformats.org/officeDocument/2006/relationships/customXml" Target="../ink/ink63.xml"/><Relationship Id="rId11" Type="http://schemas.openxmlformats.org/officeDocument/2006/relationships/image" Target="../media/image78.png"/><Relationship Id="rId5" Type="http://schemas.openxmlformats.org/officeDocument/2006/relationships/image" Target="../media/image75.png"/><Relationship Id="rId10" Type="http://schemas.openxmlformats.org/officeDocument/2006/relationships/customXml" Target="../ink/ink65.xml"/><Relationship Id="rId4" Type="http://schemas.openxmlformats.org/officeDocument/2006/relationships/customXml" Target="../ink/ink62.xml"/><Relationship Id="rId9" Type="http://schemas.openxmlformats.org/officeDocument/2006/relationships/image" Target="../media/image77.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tags" Target="../tags/tag46.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tags" Target="../tags/tag4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tags" Target="../tags/tag48.xml"/><Relationship Id="rId4" Type="http://schemas.openxmlformats.org/officeDocument/2006/relationships/image" Target="../media/image79.jpe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tags" Target="../tags/tag4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8" Type="http://schemas.openxmlformats.org/officeDocument/2006/relationships/customXml" Target="../ink/ink69.xml"/><Relationship Id="rId13"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2.png"/><Relationship Id="rId12" Type="http://schemas.openxmlformats.org/officeDocument/2006/relationships/customXml" Target="../ink/ink71.xml"/><Relationship Id="rId2" Type="http://schemas.openxmlformats.org/officeDocument/2006/relationships/customXml" Target="../ink/ink66.xml"/><Relationship Id="rId1" Type="http://schemas.openxmlformats.org/officeDocument/2006/relationships/slideLayout" Target="../slideLayouts/slideLayout3.xml"/><Relationship Id="rId6" Type="http://schemas.openxmlformats.org/officeDocument/2006/relationships/customXml" Target="../ink/ink68.xml"/><Relationship Id="rId11" Type="http://schemas.openxmlformats.org/officeDocument/2006/relationships/image" Target="../media/image84.png"/><Relationship Id="rId5" Type="http://schemas.openxmlformats.org/officeDocument/2006/relationships/image" Target="../media/image81.png"/><Relationship Id="rId10" Type="http://schemas.openxmlformats.org/officeDocument/2006/relationships/customXml" Target="../ink/ink70.xml"/><Relationship Id="rId4" Type="http://schemas.openxmlformats.org/officeDocument/2006/relationships/customXml" Target="../ink/ink67.xml"/><Relationship Id="rId9" Type="http://schemas.openxmlformats.org/officeDocument/2006/relationships/image" Target="../media/image83.png"/></Relationships>
</file>

<file path=ppt/slides/_rels/slide45.xml.rels><?xml version="1.0" encoding="UTF-8" standalone="yes"?>
<Relationships xmlns="http://schemas.openxmlformats.org/package/2006/relationships"><Relationship Id="rId8" Type="http://schemas.openxmlformats.org/officeDocument/2006/relationships/customXml" Target="../ink/ink74.xml"/><Relationship Id="rId3" Type="http://schemas.openxmlformats.org/officeDocument/2006/relationships/notesSlide" Target="../notesSlides/notesSlide34.xml"/><Relationship Id="rId7" Type="http://schemas.openxmlformats.org/officeDocument/2006/relationships/image" Target="../media/image87.png"/><Relationship Id="rId2" Type="http://schemas.openxmlformats.org/officeDocument/2006/relationships/slideLayout" Target="../slideLayouts/slideLayout3.xml"/><Relationship Id="rId1" Type="http://schemas.openxmlformats.org/officeDocument/2006/relationships/tags" Target="../tags/tag50.xml"/><Relationship Id="rId6" Type="http://schemas.openxmlformats.org/officeDocument/2006/relationships/customXml" Target="../ink/ink73.xml"/><Relationship Id="rId11" Type="http://schemas.openxmlformats.org/officeDocument/2006/relationships/image" Target="../media/image89.png"/><Relationship Id="rId5" Type="http://schemas.openxmlformats.org/officeDocument/2006/relationships/image" Target="../media/image86.png"/><Relationship Id="rId10" Type="http://schemas.openxmlformats.org/officeDocument/2006/relationships/customXml" Target="../ink/ink75.xml"/><Relationship Id="rId4" Type="http://schemas.openxmlformats.org/officeDocument/2006/relationships/customXml" Target="../ink/ink72.xml"/><Relationship Id="rId9" Type="http://schemas.openxmlformats.org/officeDocument/2006/relationships/image" Target="../media/image88.png"/></Relationships>
</file>

<file path=ppt/slides/_rels/slide46.xml.rels><?xml version="1.0" encoding="UTF-8" standalone="yes"?>
<Relationships xmlns="http://schemas.openxmlformats.org/package/2006/relationships"><Relationship Id="rId8" Type="http://schemas.openxmlformats.org/officeDocument/2006/relationships/customXml" Target="../ink/ink79.xml"/><Relationship Id="rId3" Type="http://schemas.openxmlformats.org/officeDocument/2006/relationships/image" Target="../media/image90.png"/><Relationship Id="rId7" Type="http://schemas.openxmlformats.org/officeDocument/2006/relationships/image" Target="../media/image92.png"/><Relationship Id="rId2" Type="http://schemas.openxmlformats.org/officeDocument/2006/relationships/customXml" Target="../ink/ink76.xml"/><Relationship Id="rId1" Type="http://schemas.openxmlformats.org/officeDocument/2006/relationships/slideLayout" Target="../slideLayouts/slideLayout3.xml"/><Relationship Id="rId6" Type="http://schemas.openxmlformats.org/officeDocument/2006/relationships/customXml" Target="../ink/ink78.xml"/><Relationship Id="rId5" Type="http://schemas.openxmlformats.org/officeDocument/2006/relationships/image" Target="../media/image91.png"/><Relationship Id="rId4" Type="http://schemas.openxmlformats.org/officeDocument/2006/relationships/customXml" Target="../ink/ink77.xml"/><Relationship Id="rId9" Type="http://schemas.openxmlformats.org/officeDocument/2006/relationships/image" Target="../media/image9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tags" Target="../tags/tag51.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tags" Target="../tags/tag5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xml"/><Relationship Id="rId1" Type="http://schemas.openxmlformats.org/officeDocument/2006/relationships/tags" Target="../tags/tag53.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xml"/><Relationship Id="rId1" Type="http://schemas.openxmlformats.org/officeDocument/2006/relationships/tags" Target="../tags/tag54.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ags" Target="../tags/tag55.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tags" Target="../tags/tag56.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xml"/><Relationship Id="rId1" Type="http://schemas.openxmlformats.org/officeDocument/2006/relationships/tags" Target="../tags/tag57.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xml"/><Relationship Id="rId1" Type="http://schemas.openxmlformats.org/officeDocument/2006/relationships/tags" Target="../tags/tag58.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xml"/><Relationship Id="rId1" Type="http://schemas.openxmlformats.org/officeDocument/2006/relationships/tags" Target="../tags/tag59.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3.xml"/><Relationship Id="rId1" Type="http://schemas.openxmlformats.org/officeDocument/2006/relationships/tags" Target="../tags/tag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C8DF-AE7F-4188-B6A6-1ED5AEEDCCEB}"/>
              </a:ext>
            </a:extLst>
          </p:cNvPr>
          <p:cNvSpPr>
            <a:spLocks noGrp="1"/>
          </p:cNvSpPr>
          <p:nvPr>
            <p:ph type="ctrTitle"/>
          </p:nvPr>
        </p:nvSpPr>
        <p:spPr/>
        <p:txBody>
          <a:bodyPr/>
          <a:lstStyle/>
          <a:p>
            <a:r>
              <a:rPr lang="en-US" dirty="0"/>
              <a:t>Module 1</a:t>
            </a:r>
          </a:p>
        </p:txBody>
      </p:sp>
      <p:sp>
        <p:nvSpPr>
          <p:cNvPr id="6" name="Subtitle 5">
            <a:extLst>
              <a:ext uri="{FF2B5EF4-FFF2-40B4-BE49-F238E27FC236}">
                <a16:creationId xmlns:a16="http://schemas.microsoft.com/office/drawing/2014/main" id="{FBF534DD-7D92-4D2F-90B8-4B872CAEFDCA}"/>
              </a:ext>
            </a:extLst>
          </p:cNvPr>
          <p:cNvSpPr>
            <a:spLocks noGrp="1"/>
          </p:cNvSpPr>
          <p:nvPr>
            <p:ph type="subTitle" idx="1"/>
          </p:nvPr>
        </p:nvSpPr>
        <p:spPr/>
        <p:txBody>
          <a:bodyPr/>
          <a:lstStyle/>
          <a:p>
            <a:r>
              <a:rPr lang="en-US" dirty="0"/>
              <a:t>Introduction to Information Security</a:t>
            </a:r>
          </a:p>
        </p:txBody>
      </p:sp>
      <p:pic>
        <p:nvPicPr>
          <p:cNvPr id="4" name="Picture Placeholder 3" descr="Image of the title name reads as Principles of Information Security 7th edition authored by Michael E. Whitman and Herbert J. Mattord.">
            <a:extLst>
              <a:ext uri="{FF2B5EF4-FFF2-40B4-BE49-F238E27FC236}">
                <a16:creationId xmlns:a16="http://schemas.microsoft.com/office/drawing/2014/main" id="{72308EB2-574D-4CD9-82E5-840A42C57398}"/>
              </a:ext>
            </a:extLst>
          </p:cNvPr>
          <p:cNvPicPr>
            <a:picLocks noGrp="1" noChangeAspect="1"/>
          </p:cNvPicPr>
          <p:nvPr>
            <p:ph type="pic" sz="quarter" idx="11"/>
          </p:nvPr>
        </p:nvPicPr>
        <p:blipFill>
          <a:blip r:embed="rId4" cstate="email">
            <a:extLst>
              <a:ext uri="{28A0092B-C50C-407E-A947-70E740481C1C}">
                <a14:useLocalDpi xmlns:a14="http://schemas.microsoft.com/office/drawing/2010/main"/>
              </a:ext>
            </a:extLst>
          </a:blip>
          <a:stretch>
            <a:fillRect/>
          </a:stretch>
        </p:blipFill>
        <p:spPr>
          <a:xfrm>
            <a:off x="475250" y="520619"/>
            <a:ext cx="3407664" cy="4364736"/>
          </a:xfrm>
        </p:spPr>
      </p:pic>
      <p:sp>
        <p:nvSpPr>
          <p:cNvPr id="5" name="Copyright">
            <a:extLst>
              <a:ext uri="{FF2B5EF4-FFF2-40B4-BE49-F238E27FC236}">
                <a16:creationId xmlns:a16="http://schemas.microsoft.com/office/drawing/2014/main" id="{6642928E-6967-4B90-BE6E-3F958A01DED6}"/>
              </a:ext>
              <a:ext uri="{C183D7F6-B498-43B3-948B-1728B52AA6E4}">
                <adec:decorative xmlns:adec="http://schemas.microsoft.com/office/drawing/2017/decorative" val="0"/>
              </a:ext>
            </a:extLst>
          </p:cNvPr>
          <p:cNvSpPr txBox="1"/>
          <p:nvPr/>
        </p:nvSpPr>
        <p:spPr>
          <a:xfrm>
            <a:off x="2103120" y="6355080"/>
            <a:ext cx="8961120" cy="430887"/>
          </a:xfrm>
          <a:prstGeom prst="rect">
            <a:avLst/>
          </a:prstGeom>
          <a:noFill/>
        </p:spPr>
        <p:txBody>
          <a:bodyPr wrap="square" rtlCol="0">
            <a:spAutoFit/>
          </a:bodyPr>
          <a:lstStyle/>
          <a:p>
            <a:r>
              <a:rPr lang="en-US" sz="1100" kern="1200" dirty="0">
                <a:solidFill>
                  <a:schemeClr val="bg1"/>
                </a:solidFill>
                <a:latin typeface="+mn-lt"/>
                <a:ea typeface="+mn-ea"/>
                <a:cs typeface="+mn-cs"/>
              </a:rPr>
              <a:t>Michael E. Whitman and Herbert J. Mattord, </a:t>
            </a:r>
            <a:r>
              <a:rPr lang="en-US" sz="1100" i="1" kern="1200" dirty="0">
                <a:solidFill>
                  <a:schemeClr val="bg1"/>
                </a:solidFill>
                <a:latin typeface="+mn-lt"/>
                <a:ea typeface="+mn-ea"/>
                <a:cs typeface="+mn-cs"/>
              </a:rPr>
              <a:t>Principles of Information Security</a:t>
            </a:r>
            <a:r>
              <a:rPr lang="en-US" sz="1100" kern="1200" dirty="0">
                <a:solidFill>
                  <a:schemeClr val="bg1"/>
                </a:solidFill>
                <a:latin typeface="+mn-lt"/>
                <a:ea typeface="+mn-ea"/>
                <a:cs typeface="+mn-cs"/>
              </a:rPr>
              <a:t>, 7th Edition. © 2022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18D85-8E8B-41E0-9E38-4C21BD87BD4E}"/>
              </a:ext>
            </a:extLst>
          </p:cNvPr>
          <p:cNvSpPr>
            <a:spLocks noGrp="1"/>
          </p:cNvSpPr>
          <p:nvPr>
            <p:ph type="title"/>
          </p:nvPr>
        </p:nvSpPr>
        <p:spPr/>
        <p:txBody>
          <a:bodyPr/>
          <a:lstStyle/>
          <a:p>
            <a:r>
              <a:rPr lang="en-US" dirty="0"/>
              <a:t>Module Objectives</a:t>
            </a:r>
          </a:p>
        </p:txBody>
      </p:sp>
      <p:sp>
        <p:nvSpPr>
          <p:cNvPr id="3" name="Content Placeholder 2">
            <a:extLst>
              <a:ext uri="{FF2B5EF4-FFF2-40B4-BE49-F238E27FC236}">
                <a16:creationId xmlns:a16="http://schemas.microsoft.com/office/drawing/2014/main" id="{AF78773F-31F4-4748-8EDC-E156AEE9466B}"/>
              </a:ext>
            </a:extLst>
          </p:cNvPr>
          <p:cNvSpPr>
            <a:spLocks noGrp="1"/>
          </p:cNvSpPr>
          <p:nvPr>
            <p:ph idx="1"/>
          </p:nvPr>
        </p:nvSpPr>
        <p:spPr/>
        <p:txBody>
          <a:bodyPr/>
          <a:lstStyle/>
          <a:p>
            <a:pPr marL="0" indent="-457200">
              <a:buNone/>
            </a:pPr>
            <a:r>
              <a:rPr lang="en-US" dirty="0"/>
              <a:t>By the end of this module, you should be able to: </a:t>
            </a:r>
          </a:p>
          <a:p>
            <a:pPr marL="0" indent="0">
              <a:buNone/>
            </a:pPr>
            <a:r>
              <a:rPr lang="en-US" dirty="0"/>
              <a:t>1.1	Define information security</a:t>
            </a:r>
          </a:p>
          <a:p>
            <a:pPr marL="0" indent="0">
              <a:buNone/>
            </a:pPr>
            <a:r>
              <a:rPr lang="en-US" dirty="0"/>
              <a:t>1.2	Discuss the history of computer security and explain how it evolved into information security</a:t>
            </a:r>
          </a:p>
          <a:p>
            <a:pPr marL="0" indent="0">
              <a:buNone/>
            </a:pPr>
            <a:r>
              <a:rPr lang="en-US" dirty="0"/>
              <a:t>1.3	Define key terms and critical concepts of information security</a:t>
            </a:r>
          </a:p>
          <a:p>
            <a:pPr marL="0" indent="0">
              <a:buNone/>
            </a:pPr>
            <a:r>
              <a:rPr lang="en-US" dirty="0"/>
              <a:t>1.4	Describe the information security roles of professionals within an organization</a:t>
            </a:r>
          </a:p>
        </p:txBody>
      </p:sp>
    </p:spTree>
    <p:extLst>
      <p:ext uri="{BB962C8B-B14F-4D97-AF65-F5344CB8AC3E}">
        <p14:creationId xmlns:p14="http://schemas.microsoft.com/office/powerpoint/2010/main" val="2530276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Introduction</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r>
              <a:rPr lang="en-US" dirty="0"/>
              <a:t>Every organization, whether public or private and regardless of size, has information it wants to protect.</a:t>
            </a:r>
          </a:p>
          <a:p>
            <a:r>
              <a:rPr lang="en-US" dirty="0"/>
              <a:t>Organizations have a responsibility to all their stakeholders to protect that information.</a:t>
            </a:r>
          </a:p>
          <a:p>
            <a:r>
              <a:rPr lang="en-US" dirty="0"/>
              <a:t>Unfortunately, there aren’t enough security professionals to go around.</a:t>
            </a:r>
          </a:p>
          <a:p>
            <a:r>
              <a:rPr lang="en-US" dirty="0"/>
              <a:t>If you’re not part of the solution, you’re part of the problem.</a:t>
            </a:r>
          </a:p>
        </p:txBody>
      </p:sp>
    </p:spTree>
    <p:custDataLst>
      <p:tags r:id="rId1"/>
    </p:custDataLst>
    <p:extLst>
      <p:ext uri="{BB962C8B-B14F-4D97-AF65-F5344CB8AC3E}">
        <p14:creationId xmlns:p14="http://schemas.microsoft.com/office/powerpoint/2010/main" val="4208050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The History of Information Security</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a:xfrm>
            <a:off x="476842" y="1344362"/>
            <a:ext cx="11241915" cy="4351338"/>
          </a:xfrm>
        </p:spPr>
        <p:txBody>
          <a:bodyPr/>
          <a:lstStyle/>
          <a:p>
            <a:pPr>
              <a:spcBef>
                <a:spcPts val="600"/>
              </a:spcBef>
              <a:spcAft>
                <a:spcPts val="600"/>
              </a:spcAft>
            </a:pPr>
            <a:r>
              <a:rPr lang="en-US" dirty="0"/>
              <a:t>Computer security began immediately after the first mainframes were developed. </a:t>
            </a:r>
          </a:p>
          <a:p>
            <a:pPr lvl="1">
              <a:spcBef>
                <a:spcPts val="600"/>
              </a:spcBef>
              <a:spcAft>
                <a:spcPts val="600"/>
              </a:spcAft>
            </a:pPr>
            <a:r>
              <a:rPr lang="en-US" dirty="0"/>
              <a:t>Groups developing code-breaking computations during World War II created the first modern computers.</a:t>
            </a:r>
          </a:p>
          <a:p>
            <a:pPr lvl="1">
              <a:spcBef>
                <a:spcPts val="600"/>
              </a:spcBef>
              <a:spcAft>
                <a:spcPts val="600"/>
              </a:spcAft>
            </a:pPr>
            <a:r>
              <a:rPr lang="en-US" dirty="0"/>
              <a:t>Multiple levels of security were implemented to protect these devices.</a:t>
            </a:r>
          </a:p>
          <a:p>
            <a:pPr>
              <a:spcBef>
                <a:spcPts val="600"/>
              </a:spcBef>
              <a:spcAft>
                <a:spcPts val="600"/>
              </a:spcAft>
            </a:pPr>
            <a:r>
              <a:rPr lang="en-US" dirty="0"/>
              <a:t>During these early years, information security was a straightforward process composed predominantly of physical security and simple document classification schemes. </a:t>
            </a:r>
          </a:p>
          <a:p>
            <a:pPr>
              <a:spcBef>
                <a:spcPts val="600"/>
              </a:spcBef>
              <a:spcAft>
                <a:spcPts val="600"/>
              </a:spcAft>
            </a:pPr>
            <a:r>
              <a:rPr lang="en-US" dirty="0"/>
              <a:t>The primary threats to security were </a:t>
            </a:r>
            <a:r>
              <a:rPr lang="en-US" b="1" dirty="0"/>
              <a:t>physical theft of equipment</a:t>
            </a:r>
            <a:r>
              <a:rPr lang="en-US" dirty="0"/>
              <a:t>, </a:t>
            </a:r>
            <a:r>
              <a:rPr lang="en-US" b="1" dirty="0"/>
              <a:t>espionage</a:t>
            </a:r>
            <a:r>
              <a:rPr lang="en-US" dirty="0"/>
              <a:t> against products of the systems, and </a:t>
            </a:r>
            <a:r>
              <a:rPr lang="en-US" b="1" dirty="0"/>
              <a:t>sabotage</a:t>
            </a:r>
            <a:r>
              <a:rPr lang="en-US" dirty="0"/>
              <a:t>.</a:t>
            </a:r>
          </a:p>
        </p:txBody>
      </p:sp>
      <mc:AlternateContent xmlns:mc="http://schemas.openxmlformats.org/markup-compatibility/2006">
        <mc:Choice xmlns:p14="http://schemas.microsoft.com/office/powerpoint/2010/main" xmlns:aink="http://schemas.microsoft.com/office/drawing/2016/ink" Requires="p14 aink">
          <p:contentPart p14:bwMode="auto" r:id="rId4">
            <p14:nvContentPartPr>
              <p14:cNvPr id="2" name="Ink 1">
                <a:extLst>
                  <a:ext uri="{FF2B5EF4-FFF2-40B4-BE49-F238E27FC236}">
                    <a16:creationId xmlns:a16="http://schemas.microsoft.com/office/drawing/2014/main" id="{5F16C918-F1C7-E39D-66F0-CCB693BC4FE4}"/>
                  </a:ext>
                </a:extLst>
              </p14:cNvPr>
              <p14:cNvContentPartPr/>
              <p14:nvPr/>
            </p14:nvContentPartPr>
            <p14:xfrm>
              <a:off x="4665616" y="4426216"/>
              <a:ext cx="2232720" cy="63000"/>
            </p14:xfrm>
          </p:contentPart>
        </mc:Choice>
        <mc:Fallback>
          <p:pic>
            <p:nvPicPr>
              <p:cNvPr id="2" name="Ink 1">
                <a:extLst>
                  <a:ext uri="{FF2B5EF4-FFF2-40B4-BE49-F238E27FC236}">
                    <a16:creationId xmlns:a16="http://schemas.microsoft.com/office/drawing/2014/main" id="{5F16C918-F1C7-E39D-66F0-CCB693BC4FE4}"/>
                  </a:ext>
                </a:extLst>
              </p:cNvPr>
              <p:cNvPicPr/>
              <p:nvPr/>
            </p:nvPicPr>
            <p:blipFill>
              <a:blip r:embed="rId5"/>
              <a:stretch>
                <a:fillRect/>
              </a:stretch>
            </p:blipFill>
            <p:spPr>
              <a:xfrm>
                <a:off x="4656616" y="4417216"/>
                <a:ext cx="2250360" cy="806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5" name="Ink 4">
                <a:extLst>
                  <a:ext uri="{FF2B5EF4-FFF2-40B4-BE49-F238E27FC236}">
                    <a16:creationId xmlns:a16="http://schemas.microsoft.com/office/drawing/2014/main" id="{5C6382DA-81FF-C77C-BC7F-0D804C034898}"/>
                  </a:ext>
                </a:extLst>
              </p14:cNvPr>
              <p14:cNvContentPartPr/>
              <p14:nvPr/>
            </p14:nvContentPartPr>
            <p14:xfrm>
              <a:off x="7522936" y="4426216"/>
              <a:ext cx="2388600" cy="93960"/>
            </p14:xfrm>
          </p:contentPart>
        </mc:Choice>
        <mc:Fallback>
          <p:pic>
            <p:nvPicPr>
              <p:cNvPr id="5" name="Ink 4">
                <a:extLst>
                  <a:ext uri="{FF2B5EF4-FFF2-40B4-BE49-F238E27FC236}">
                    <a16:creationId xmlns:a16="http://schemas.microsoft.com/office/drawing/2014/main" id="{5C6382DA-81FF-C77C-BC7F-0D804C034898}"/>
                  </a:ext>
                </a:extLst>
              </p:cNvPr>
              <p:cNvPicPr/>
              <p:nvPr/>
            </p:nvPicPr>
            <p:blipFill>
              <a:blip r:embed="rId7"/>
              <a:stretch>
                <a:fillRect/>
              </a:stretch>
            </p:blipFill>
            <p:spPr>
              <a:xfrm>
                <a:off x="7514296" y="4417216"/>
                <a:ext cx="2406240" cy="111600"/>
              </a:xfrm>
              <a:prstGeom prst="rect">
                <a:avLst/>
              </a:prstGeom>
            </p:spPr>
          </p:pic>
        </mc:Fallback>
      </mc:AlternateContent>
      <p:grpSp>
        <p:nvGrpSpPr>
          <p:cNvPr id="8" name="Group 7">
            <a:extLst>
              <a:ext uri="{FF2B5EF4-FFF2-40B4-BE49-F238E27FC236}">
                <a16:creationId xmlns:a16="http://schemas.microsoft.com/office/drawing/2014/main" id="{3485D374-A244-6DEE-AFCE-5F7E7D47268E}"/>
              </a:ext>
            </a:extLst>
          </p:cNvPr>
          <p:cNvGrpSpPr/>
          <p:nvPr/>
        </p:nvGrpSpPr>
        <p:grpSpPr>
          <a:xfrm>
            <a:off x="997576" y="4893856"/>
            <a:ext cx="360" cy="360"/>
            <a:chOff x="997576" y="4893856"/>
            <a:chExt cx="360" cy="360"/>
          </a:xfrm>
        </p:grpSpPr>
        <mc:AlternateContent xmlns:mc="http://schemas.openxmlformats.org/markup-compatibility/2006">
          <mc:Choice xmlns:p14="http://schemas.microsoft.com/office/powerpoint/2010/main" xmlns:aink="http://schemas.microsoft.com/office/drawing/2016/ink" Requires="p14 aink">
            <p:contentPart p14:bwMode="auto" r:id="rId8">
              <p14:nvContentPartPr>
                <p14:cNvPr id="6" name="Ink 5">
                  <a:extLst>
                    <a:ext uri="{FF2B5EF4-FFF2-40B4-BE49-F238E27FC236}">
                      <a16:creationId xmlns:a16="http://schemas.microsoft.com/office/drawing/2014/main" id="{2F87888C-14B3-8380-0533-E32C55E9CFB7}"/>
                    </a:ext>
                  </a:extLst>
                </p14:cNvPr>
                <p14:cNvContentPartPr/>
                <p14:nvPr/>
              </p14:nvContentPartPr>
              <p14:xfrm>
                <a:off x="997576" y="4893856"/>
                <a:ext cx="360" cy="360"/>
              </p14:xfrm>
            </p:contentPart>
          </mc:Choice>
          <mc:Fallback>
            <p:pic>
              <p:nvPicPr>
                <p:cNvPr id="6" name="Ink 5">
                  <a:extLst>
                    <a:ext uri="{FF2B5EF4-FFF2-40B4-BE49-F238E27FC236}">
                      <a16:creationId xmlns:a16="http://schemas.microsoft.com/office/drawing/2014/main" id="{2F87888C-14B3-8380-0533-E32C55E9CFB7}"/>
                    </a:ext>
                  </a:extLst>
                </p:cNvPr>
                <p:cNvPicPr/>
                <p:nvPr/>
              </p:nvPicPr>
              <p:blipFill>
                <a:blip r:embed="rId9"/>
                <a:stretch>
                  <a:fillRect/>
                </a:stretch>
              </p:blipFill>
              <p:spPr>
                <a:xfrm>
                  <a:off x="988576" y="4885216"/>
                  <a:ext cx="18000" cy="18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7" name="Ink 6">
                  <a:extLst>
                    <a:ext uri="{FF2B5EF4-FFF2-40B4-BE49-F238E27FC236}">
                      <a16:creationId xmlns:a16="http://schemas.microsoft.com/office/drawing/2014/main" id="{381E22DF-8893-5A13-6329-243A1CFCA095}"/>
                    </a:ext>
                  </a:extLst>
                </p14:cNvPr>
                <p14:cNvContentPartPr/>
                <p14:nvPr/>
              </p14:nvContentPartPr>
              <p14:xfrm>
                <a:off x="997576" y="4893856"/>
                <a:ext cx="360" cy="360"/>
              </p14:xfrm>
            </p:contentPart>
          </mc:Choice>
          <mc:Fallback>
            <p:pic>
              <p:nvPicPr>
                <p:cNvPr id="7" name="Ink 6">
                  <a:extLst>
                    <a:ext uri="{FF2B5EF4-FFF2-40B4-BE49-F238E27FC236}">
                      <a16:creationId xmlns:a16="http://schemas.microsoft.com/office/drawing/2014/main" id="{381E22DF-8893-5A13-6329-243A1CFCA095}"/>
                    </a:ext>
                  </a:extLst>
                </p:cNvPr>
                <p:cNvPicPr/>
                <p:nvPr/>
              </p:nvPicPr>
              <p:blipFill>
                <a:blip r:embed="rId11"/>
                <a:stretch>
                  <a:fillRect/>
                </a:stretch>
              </p:blipFill>
              <p:spPr>
                <a:xfrm>
                  <a:off x="988576" y="4885216"/>
                  <a:ext cx="18000" cy="18000"/>
                </a:xfrm>
                <a:prstGeom prst="rect">
                  <a:avLst/>
                </a:prstGeom>
              </p:spPr>
            </p:pic>
          </mc:Fallback>
        </mc:AlternateContent>
      </p:grpSp>
      <mc:AlternateContent xmlns:mc="http://schemas.openxmlformats.org/markup-compatibility/2006">
        <mc:Choice xmlns:p14="http://schemas.microsoft.com/office/powerpoint/2010/main" xmlns:aink="http://schemas.microsoft.com/office/drawing/2016/ink" Requires="p14 aink">
          <p:contentPart p14:bwMode="auto" r:id="rId12">
            <p14:nvContentPartPr>
              <p14:cNvPr id="9" name="Ink 8">
                <a:extLst>
                  <a:ext uri="{FF2B5EF4-FFF2-40B4-BE49-F238E27FC236}">
                    <a16:creationId xmlns:a16="http://schemas.microsoft.com/office/drawing/2014/main" id="{296023D0-F3A3-29F8-9722-BCC80D873F1E}"/>
                  </a:ext>
                </a:extLst>
              </p14:cNvPr>
              <p14:cNvContentPartPr/>
              <p14:nvPr/>
            </p14:nvContentPartPr>
            <p14:xfrm>
              <a:off x="789856" y="4758496"/>
              <a:ext cx="3022560" cy="73800"/>
            </p14:xfrm>
          </p:contentPart>
        </mc:Choice>
        <mc:Fallback>
          <p:pic>
            <p:nvPicPr>
              <p:cNvPr id="9" name="Ink 8">
                <a:extLst>
                  <a:ext uri="{FF2B5EF4-FFF2-40B4-BE49-F238E27FC236}">
                    <a16:creationId xmlns:a16="http://schemas.microsoft.com/office/drawing/2014/main" id="{296023D0-F3A3-29F8-9722-BCC80D873F1E}"/>
                  </a:ext>
                </a:extLst>
              </p:cNvPr>
              <p:cNvPicPr/>
              <p:nvPr/>
            </p:nvPicPr>
            <p:blipFill>
              <a:blip r:embed="rId13"/>
              <a:stretch>
                <a:fillRect/>
              </a:stretch>
            </p:blipFill>
            <p:spPr>
              <a:xfrm>
                <a:off x="780856" y="4749496"/>
                <a:ext cx="3040200" cy="914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4">
            <p14:nvContentPartPr>
              <p14:cNvPr id="11" name="Ink 10">
                <a:extLst>
                  <a:ext uri="{FF2B5EF4-FFF2-40B4-BE49-F238E27FC236}">
                    <a16:creationId xmlns:a16="http://schemas.microsoft.com/office/drawing/2014/main" id="{FC514327-2A40-5974-9962-6ACE83078936}"/>
                  </a:ext>
                </a:extLst>
              </p14:cNvPr>
              <p14:cNvContentPartPr/>
              <p14:nvPr/>
            </p14:nvContentPartPr>
            <p14:xfrm>
              <a:off x="5756416" y="5257456"/>
              <a:ext cx="3813840" cy="31680"/>
            </p14:xfrm>
          </p:contentPart>
        </mc:Choice>
        <mc:Fallback>
          <p:pic>
            <p:nvPicPr>
              <p:cNvPr id="11" name="Ink 10">
                <a:extLst>
                  <a:ext uri="{FF2B5EF4-FFF2-40B4-BE49-F238E27FC236}">
                    <a16:creationId xmlns:a16="http://schemas.microsoft.com/office/drawing/2014/main" id="{FC514327-2A40-5974-9962-6ACE83078936}"/>
                  </a:ext>
                </a:extLst>
              </p:cNvPr>
              <p:cNvPicPr/>
              <p:nvPr/>
            </p:nvPicPr>
            <p:blipFill>
              <a:blip r:embed="rId15"/>
              <a:stretch>
                <a:fillRect/>
              </a:stretch>
            </p:blipFill>
            <p:spPr>
              <a:xfrm>
                <a:off x="5747416" y="5248816"/>
                <a:ext cx="3831480" cy="493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6">
            <p14:nvContentPartPr>
              <p14:cNvPr id="12" name="Ink 11">
                <a:extLst>
                  <a:ext uri="{FF2B5EF4-FFF2-40B4-BE49-F238E27FC236}">
                    <a16:creationId xmlns:a16="http://schemas.microsoft.com/office/drawing/2014/main" id="{00348A62-B7C1-3326-7ECD-B088C5773134}"/>
                  </a:ext>
                </a:extLst>
              </p14:cNvPr>
              <p14:cNvContentPartPr/>
              <p14:nvPr/>
            </p14:nvContentPartPr>
            <p14:xfrm>
              <a:off x="10035736" y="5163856"/>
              <a:ext cx="1517040" cy="84600"/>
            </p14:xfrm>
          </p:contentPart>
        </mc:Choice>
        <mc:Fallback>
          <p:pic>
            <p:nvPicPr>
              <p:cNvPr id="12" name="Ink 11">
                <a:extLst>
                  <a:ext uri="{FF2B5EF4-FFF2-40B4-BE49-F238E27FC236}">
                    <a16:creationId xmlns:a16="http://schemas.microsoft.com/office/drawing/2014/main" id="{00348A62-B7C1-3326-7ECD-B088C5773134}"/>
                  </a:ext>
                </a:extLst>
              </p:cNvPr>
              <p:cNvPicPr/>
              <p:nvPr/>
            </p:nvPicPr>
            <p:blipFill>
              <a:blip r:embed="rId17"/>
              <a:stretch>
                <a:fillRect/>
              </a:stretch>
            </p:blipFill>
            <p:spPr>
              <a:xfrm>
                <a:off x="10027096" y="5154856"/>
                <a:ext cx="1534680" cy="1022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8">
            <p14:nvContentPartPr>
              <p14:cNvPr id="13" name="Ink 12">
                <a:extLst>
                  <a:ext uri="{FF2B5EF4-FFF2-40B4-BE49-F238E27FC236}">
                    <a16:creationId xmlns:a16="http://schemas.microsoft.com/office/drawing/2014/main" id="{5E485F04-1B92-C497-84F8-D8F3E3717F32}"/>
                  </a:ext>
                </a:extLst>
              </p14:cNvPr>
              <p14:cNvContentPartPr/>
              <p14:nvPr/>
            </p14:nvContentPartPr>
            <p14:xfrm>
              <a:off x="5902216" y="5641936"/>
              <a:ext cx="1406880" cy="42480"/>
            </p14:xfrm>
          </p:contentPart>
        </mc:Choice>
        <mc:Fallback>
          <p:pic>
            <p:nvPicPr>
              <p:cNvPr id="13" name="Ink 12">
                <a:extLst>
                  <a:ext uri="{FF2B5EF4-FFF2-40B4-BE49-F238E27FC236}">
                    <a16:creationId xmlns:a16="http://schemas.microsoft.com/office/drawing/2014/main" id="{5E485F04-1B92-C497-84F8-D8F3E3717F32}"/>
                  </a:ext>
                </a:extLst>
              </p:cNvPr>
              <p:cNvPicPr/>
              <p:nvPr/>
            </p:nvPicPr>
            <p:blipFill>
              <a:blip r:embed="rId19"/>
              <a:stretch>
                <a:fillRect/>
              </a:stretch>
            </p:blipFill>
            <p:spPr>
              <a:xfrm>
                <a:off x="5893216" y="5633296"/>
                <a:ext cx="1424520" cy="60120"/>
              </a:xfrm>
              <a:prstGeom prst="rect">
                <a:avLst/>
              </a:prstGeom>
            </p:spPr>
          </p:pic>
        </mc:Fallback>
      </mc:AlternateContent>
    </p:spTree>
    <p:custDataLst>
      <p:tags r:id="rId1"/>
    </p:custDataLst>
    <p:extLst>
      <p:ext uri="{BB962C8B-B14F-4D97-AF65-F5344CB8AC3E}">
        <p14:creationId xmlns:p14="http://schemas.microsoft.com/office/powerpoint/2010/main" val="989618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a:xfrm>
            <a:off x="476843" y="473245"/>
            <a:ext cx="11241915" cy="505323"/>
          </a:xfrm>
        </p:spPr>
        <p:txBody>
          <a:bodyPr anchor="t">
            <a:normAutofit fontScale="90000"/>
          </a:bodyPr>
          <a:lstStyle/>
          <a:p>
            <a:r>
              <a:rPr lang="en-US" dirty="0"/>
              <a:t>The Enigma</a:t>
            </a:r>
          </a:p>
        </p:txBody>
      </p:sp>
      <p:pic>
        <p:nvPicPr>
          <p:cNvPr id="3" name="Content Placeholder 2" descr="Figure 1-1. The Enigma. A picture of a German Enigma machine, with the caption &quot;Earlier versions of the german code machine enigma were first broken by the poles in the 1930s. The British and Americans managed to break later, more complex versions during World War 2. The increasingly complex versions of the Enigma, especially the submarine or Unterseeboot version of the Enigma, caused considerable anguish to Allied forces before finally being cracked. The information gained from decrypted transmissions was used to anticipate the actions of German Armed forces. &quot;Some ask why, if we were reading the Enigha, we did not win the war earlier. One might ask, instead, when, if ever, we would have won the war if we hadn't read it.&quot;">
            <a:extLst>
              <a:ext uri="{FF2B5EF4-FFF2-40B4-BE49-F238E27FC236}">
                <a16:creationId xmlns:a16="http://schemas.microsoft.com/office/drawing/2014/main" id="{40740415-4397-424F-9D44-F7CEDC6D6CDD}"/>
              </a:ext>
            </a:extLst>
          </p:cNvPr>
          <p:cNvPicPr>
            <a:picLocks noGrp="1" noChangeAspect="1"/>
          </p:cNvPicPr>
          <p:nvPr>
            <p:ph idx="1"/>
          </p:nvPr>
        </p:nvPicPr>
        <p:blipFill>
          <a:blip r:embed="rId4" cstate="email">
            <a:extLst>
              <a:ext uri="{28A0092B-C50C-407E-A947-70E740481C1C}">
                <a14:useLocalDpi xmlns:a14="http://schemas.microsoft.com/office/drawing/2010/main"/>
              </a:ext>
            </a:extLst>
          </a:blip>
          <a:stretch>
            <a:fillRect/>
          </a:stretch>
        </p:blipFill>
        <p:spPr>
          <a:xfrm>
            <a:off x="336884" y="1215093"/>
            <a:ext cx="11004884" cy="5046767"/>
          </a:xfrm>
          <a:noFill/>
        </p:spPr>
      </p:pic>
    </p:spTree>
    <p:custDataLst>
      <p:tags r:id="rId1"/>
    </p:custDataLst>
    <p:extLst>
      <p:ext uri="{BB962C8B-B14F-4D97-AF65-F5344CB8AC3E}">
        <p14:creationId xmlns:p14="http://schemas.microsoft.com/office/powerpoint/2010/main" val="4189888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The 1960s</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r>
              <a:rPr lang="en-US" dirty="0"/>
              <a:t>During the Cold War, many more mainframe computers were brought online to accomplish more complex and sophisticated tasks.</a:t>
            </a:r>
          </a:p>
          <a:p>
            <a:r>
              <a:rPr lang="en-US" dirty="0"/>
              <a:t>The Advanced Research Projects Agency (ARPA) began to examine the feasibility of a redundant networked communication system.</a:t>
            </a:r>
          </a:p>
          <a:p>
            <a:r>
              <a:rPr lang="en-US" dirty="0"/>
              <a:t>Larry Roberts led the development of the ARPANET, which evolved into what we now know as the Internet.</a:t>
            </a:r>
          </a:p>
        </p:txBody>
      </p:sp>
      <mc:AlternateContent xmlns:mc="http://schemas.openxmlformats.org/markup-compatibility/2006">
        <mc:Choice xmlns:p14="http://schemas.microsoft.com/office/powerpoint/2010/main" xmlns:aink="http://schemas.microsoft.com/office/drawing/2016/ink" Requires="p14 aink">
          <p:contentPart p14:bwMode="auto" r:id="rId4">
            <p14:nvContentPartPr>
              <p14:cNvPr id="3" name="Ink 2">
                <a:extLst>
                  <a:ext uri="{FF2B5EF4-FFF2-40B4-BE49-F238E27FC236}">
                    <a16:creationId xmlns:a16="http://schemas.microsoft.com/office/drawing/2014/main" id="{B22CFAEC-61C1-FA40-461E-BAD1F6AEF510}"/>
                  </a:ext>
                </a:extLst>
              </p14:cNvPr>
              <p14:cNvContentPartPr/>
              <p14:nvPr/>
            </p14:nvContentPartPr>
            <p14:xfrm>
              <a:off x="1371616" y="3231376"/>
              <a:ext cx="6266160" cy="720"/>
            </p14:xfrm>
          </p:contentPart>
        </mc:Choice>
        <mc:Fallback>
          <p:pic>
            <p:nvPicPr>
              <p:cNvPr id="3" name="Ink 2">
                <a:extLst>
                  <a:ext uri="{FF2B5EF4-FFF2-40B4-BE49-F238E27FC236}">
                    <a16:creationId xmlns:a16="http://schemas.microsoft.com/office/drawing/2014/main" id="{B22CFAEC-61C1-FA40-461E-BAD1F6AEF510}"/>
                  </a:ext>
                </a:extLst>
              </p:cNvPr>
              <p:cNvPicPr/>
              <p:nvPr/>
            </p:nvPicPr>
            <p:blipFill>
              <a:blip r:embed="rId5"/>
              <a:stretch>
                <a:fillRect/>
              </a:stretch>
            </p:blipFill>
            <p:spPr>
              <a:xfrm>
                <a:off x="1362616" y="3213376"/>
                <a:ext cx="628380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4" name="Ink 3">
                <a:extLst>
                  <a:ext uri="{FF2B5EF4-FFF2-40B4-BE49-F238E27FC236}">
                    <a16:creationId xmlns:a16="http://schemas.microsoft.com/office/drawing/2014/main" id="{3F723FE0-5ADD-EE90-F76E-CF5E0B94A0F5}"/>
                  </a:ext>
                </a:extLst>
              </p14:cNvPr>
              <p14:cNvContentPartPr/>
              <p14:nvPr/>
            </p14:nvContentPartPr>
            <p14:xfrm>
              <a:off x="716776" y="3563656"/>
              <a:ext cx="1271880" cy="11160"/>
            </p14:xfrm>
          </p:contentPart>
        </mc:Choice>
        <mc:Fallback>
          <p:pic>
            <p:nvPicPr>
              <p:cNvPr id="4" name="Ink 3">
                <a:extLst>
                  <a:ext uri="{FF2B5EF4-FFF2-40B4-BE49-F238E27FC236}">
                    <a16:creationId xmlns:a16="http://schemas.microsoft.com/office/drawing/2014/main" id="{3F723FE0-5ADD-EE90-F76E-CF5E0B94A0F5}"/>
                  </a:ext>
                </a:extLst>
              </p:cNvPr>
              <p:cNvPicPr/>
              <p:nvPr/>
            </p:nvPicPr>
            <p:blipFill>
              <a:blip r:embed="rId7"/>
              <a:stretch>
                <a:fillRect/>
              </a:stretch>
            </p:blipFill>
            <p:spPr>
              <a:xfrm>
                <a:off x="707776" y="3554656"/>
                <a:ext cx="1289520" cy="288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6" name="Ink 5">
                <a:extLst>
                  <a:ext uri="{FF2B5EF4-FFF2-40B4-BE49-F238E27FC236}">
                    <a16:creationId xmlns:a16="http://schemas.microsoft.com/office/drawing/2014/main" id="{A6CAA297-6B80-B176-D766-0599CA453775}"/>
                  </a:ext>
                </a:extLst>
              </p14:cNvPr>
              <p14:cNvContentPartPr/>
              <p14:nvPr/>
            </p14:nvContentPartPr>
            <p14:xfrm>
              <a:off x="2691016" y="3605416"/>
              <a:ext cx="6152400" cy="720"/>
            </p14:xfrm>
          </p:contentPart>
        </mc:Choice>
        <mc:Fallback>
          <p:pic>
            <p:nvPicPr>
              <p:cNvPr id="6" name="Ink 5">
                <a:extLst>
                  <a:ext uri="{FF2B5EF4-FFF2-40B4-BE49-F238E27FC236}">
                    <a16:creationId xmlns:a16="http://schemas.microsoft.com/office/drawing/2014/main" id="{A6CAA297-6B80-B176-D766-0599CA453775}"/>
                  </a:ext>
                </a:extLst>
              </p:cNvPr>
              <p:cNvPicPr/>
              <p:nvPr/>
            </p:nvPicPr>
            <p:blipFill>
              <a:blip r:embed="rId9"/>
              <a:stretch>
                <a:fillRect/>
              </a:stretch>
            </p:blipFill>
            <p:spPr>
              <a:xfrm>
                <a:off x="2682376" y="3587416"/>
                <a:ext cx="6170040" cy="36000"/>
              </a:xfrm>
              <a:prstGeom prst="rect">
                <a:avLst/>
              </a:prstGeom>
            </p:spPr>
          </p:pic>
        </mc:Fallback>
      </mc:AlternateContent>
    </p:spTree>
    <p:custDataLst>
      <p:tags r:id="rId1"/>
    </p:custDataLst>
    <p:extLst>
      <p:ext uri="{BB962C8B-B14F-4D97-AF65-F5344CB8AC3E}">
        <p14:creationId xmlns:p14="http://schemas.microsoft.com/office/powerpoint/2010/main" val="3647596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nchor="t">
            <a:normAutofit/>
          </a:bodyPr>
          <a:lstStyle/>
          <a:p>
            <a:r>
              <a:rPr lang="en-US" dirty="0"/>
              <a:t>Development of the ARPANET</a:t>
            </a:r>
          </a:p>
        </p:txBody>
      </p:sp>
      <p:pic>
        <p:nvPicPr>
          <p:cNvPr id="6" name="Content Placeholder 5" descr="Figure 1-2. Development of the Arpanet. A figure titled Arpanet Program plan, June 3, 1968. It shows a copy of a government document tilted Advanced Research Projects Agency, Resource Sharing Computer Networks. Next to the document is a text box that reads: In Arpa, the program plan is the master document describing a major program. This plan, which I wrote in 1968, had the following concepts: 1. Objectives - Develop Networking and Resource sharing. 2. Technical need - linking computers. 3. Military need - resource sharing - not nuclear war. 4. prior work - M I T - S D C experiment. 5. Effect on Arpa - link 17 computer research centers, network research. 6. Plan - Develop I M P's and start 12 / 69. 7. Cost - $3.4 M for 68 to 71.">
            <a:extLst>
              <a:ext uri="{FF2B5EF4-FFF2-40B4-BE49-F238E27FC236}">
                <a16:creationId xmlns:a16="http://schemas.microsoft.com/office/drawing/2014/main" id="{A3096064-5495-4C6D-B39E-2330966D2D32}"/>
              </a:ext>
            </a:extLst>
          </p:cNvPr>
          <p:cNvPicPr>
            <a:picLocks noGrp="1" noChangeAspect="1"/>
          </p:cNvPicPr>
          <p:nvPr>
            <p:ph idx="1"/>
          </p:nvPr>
        </p:nvPicPr>
        <p:blipFill>
          <a:blip r:embed="rId4" cstate="email">
            <a:extLst>
              <a:ext uri="{28A0092B-C50C-407E-A947-70E740481C1C}">
                <a14:useLocalDpi xmlns:a14="http://schemas.microsoft.com/office/drawing/2010/main"/>
              </a:ext>
            </a:extLst>
          </a:blip>
          <a:stretch>
            <a:fillRect/>
          </a:stretch>
        </p:blipFill>
        <p:spPr>
          <a:xfrm>
            <a:off x="3202305" y="1947352"/>
            <a:ext cx="5787390" cy="4282440"/>
          </a:xfrm>
        </p:spPr>
      </p:pic>
    </p:spTree>
    <p:custDataLst>
      <p:tags r:id="rId1"/>
    </p:custDataLst>
    <p:extLst>
      <p:ext uri="{BB962C8B-B14F-4D97-AF65-F5344CB8AC3E}">
        <p14:creationId xmlns:p14="http://schemas.microsoft.com/office/powerpoint/2010/main" val="2683054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The 1970s and ’80s (1 of 2)</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r>
              <a:rPr lang="en-US" dirty="0"/>
              <a:t>ARPANET grew in popularity, increasing the potential for misuse.</a:t>
            </a:r>
          </a:p>
          <a:p>
            <a:r>
              <a:rPr lang="en-US" dirty="0"/>
              <a:t>Fundamental problems with ARPANET security were identified.</a:t>
            </a:r>
          </a:p>
          <a:p>
            <a:pPr lvl="1"/>
            <a:r>
              <a:rPr lang="en-US" dirty="0"/>
              <a:t>Individual remote sites did not have sufficient controls and safeguards to protect data from unauthorized remote users.</a:t>
            </a:r>
          </a:p>
          <a:p>
            <a:pPr lvl="1"/>
            <a:r>
              <a:rPr lang="en-US" dirty="0"/>
              <a:t>Other problems included:</a:t>
            </a:r>
          </a:p>
          <a:p>
            <a:pPr lvl="2"/>
            <a:r>
              <a:rPr lang="en-US" dirty="0"/>
              <a:t>Vulnerability of password structure and formats</a:t>
            </a:r>
          </a:p>
          <a:p>
            <a:pPr lvl="2"/>
            <a:r>
              <a:rPr lang="en-US" dirty="0"/>
              <a:t>Lack of safety procedures for dial-up connections </a:t>
            </a:r>
          </a:p>
          <a:p>
            <a:pPr lvl="2"/>
            <a:r>
              <a:rPr lang="en-US" dirty="0"/>
              <a:t>Nonexistent user identification and authorizations</a:t>
            </a:r>
          </a:p>
        </p:txBody>
      </p:sp>
      <mc:AlternateContent xmlns:mc="http://schemas.openxmlformats.org/markup-compatibility/2006">
        <mc:Choice xmlns:p14="http://schemas.microsoft.com/office/powerpoint/2010/main" xmlns:aink="http://schemas.microsoft.com/office/drawing/2016/ink" Requires="p14 aink">
          <p:contentPart p14:bwMode="auto" r:id="rId4">
            <p14:nvContentPartPr>
              <p14:cNvPr id="3" name="Ink 2">
                <a:extLst>
                  <a:ext uri="{FF2B5EF4-FFF2-40B4-BE49-F238E27FC236}">
                    <a16:creationId xmlns:a16="http://schemas.microsoft.com/office/drawing/2014/main" id="{1FCF8DD2-D786-ACCC-A96A-C54656BFC8E2}"/>
                  </a:ext>
                </a:extLst>
              </p14:cNvPr>
              <p14:cNvContentPartPr/>
              <p14:nvPr/>
            </p14:nvContentPartPr>
            <p14:xfrm>
              <a:off x="6213616" y="3397336"/>
              <a:ext cx="4842720" cy="720"/>
            </p14:xfrm>
          </p:contentPart>
        </mc:Choice>
        <mc:Fallback>
          <p:pic>
            <p:nvPicPr>
              <p:cNvPr id="3" name="Ink 2">
                <a:extLst>
                  <a:ext uri="{FF2B5EF4-FFF2-40B4-BE49-F238E27FC236}">
                    <a16:creationId xmlns:a16="http://schemas.microsoft.com/office/drawing/2014/main" id="{1FCF8DD2-D786-ACCC-A96A-C54656BFC8E2}"/>
                  </a:ext>
                </a:extLst>
              </p:cNvPr>
              <p:cNvPicPr/>
              <p:nvPr/>
            </p:nvPicPr>
            <p:blipFill>
              <a:blip r:embed="rId5"/>
              <a:stretch>
                <a:fillRect/>
              </a:stretch>
            </p:blipFill>
            <p:spPr>
              <a:xfrm>
                <a:off x="6204616" y="3379336"/>
                <a:ext cx="486036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5" name="Ink 4">
                <a:extLst>
                  <a:ext uri="{FF2B5EF4-FFF2-40B4-BE49-F238E27FC236}">
                    <a16:creationId xmlns:a16="http://schemas.microsoft.com/office/drawing/2014/main" id="{C387A958-C2DA-55BB-7C9A-537860DF5EC1}"/>
                  </a:ext>
                </a:extLst>
              </p14:cNvPr>
              <p14:cNvContentPartPr/>
              <p14:nvPr/>
            </p14:nvContentPartPr>
            <p14:xfrm>
              <a:off x="1298536" y="3813136"/>
              <a:ext cx="6027120" cy="720"/>
            </p14:xfrm>
          </p:contentPart>
        </mc:Choice>
        <mc:Fallback>
          <p:pic>
            <p:nvPicPr>
              <p:cNvPr id="5" name="Ink 4">
                <a:extLst>
                  <a:ext uri="{FF2B5EF4-FFF2-40B4-BE49-F238E27FC236}">
                    <a16:creationId xmlns:a16="http://schemas.microsoft.com/office/drawing/2014/main" id="{C387A958-C2DA-55BB-7C9A-537860DF5EC1}"/>
                  </a:ext>
                </a:extLst>
              </p:cNvPr>
              <p:cNvPicPr/>
              <p:nvPr/>
            </p:nvPicPr>
            <p:blipFill>
              <a:blip r:embed="rId7"/>
              <a:stretch>
                <a:fillRect/>
              </a:stretch>
            </p:blipFill>
            <p:spPr>
              <a:xfrm>
                <a:off x="1289896" y="3795136"/>
                <a:ext cx="604476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7" name="Ink 6">
                <a:extLst>
                  <a:ext uri="{FF2B5EF4-FFF2-40B4-BE49-F238E27FC236}">
                    <a16:creationId xmlns:a16="http://schemas.microsoft.com/office/drawing/2014/main" id="{0AC69915-4DE6-EEF2-9782-A55D7439D080}"/>
                  </a:ext>
                </a:extLst>
              </p14:cNvPr>
              <p14:cNvContentPartPr/>
              <p14:nvPr/>
            </p14:nvContentPartPr>
            <p14:xfrm>
              <a:off x="1807936" y="4883416"/>
              <a:ext cx="6381360" cy="720"/>
            </p14:xfrm>
          </p:contentPart>
        </mc:Choice>
        <mc:Fallback>
          <p:pic>
            <p:nvPicPr>
              <p:cNvPr id="7" name="Ink 6">
                <a:extLst>
                  <a:ext uri="{FF2B5EF4-FFF2-40B4-BE49-F238E27FC236}">
                    <a16:creationId xmlns:a16="http://schemas.microsoft.com/office/drawing/2014/main" id="{0AC69915-4DE6-EEF2-9782-A55D7439D080}"/>
                  </a:ext>
                </a:extLst>
              </p:cNvPr>
              <p:cNvPicPr/>
              <p:nvPr/>
            </p:nvPicPr>
            <p:blipFill>
              <a:blip r:embed="rId9"/>
              <a:stretch>
                <a:fillRect/>
              </a:stretch>
            </p:blipFill>
            <p:spPr>
              <a:xfrm>
                <a:off x="1798936" y="4865416"/>
                <a:ext cx="639900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9" name="Ink 8">
                <a:extLst>
                  <a:ext uri="{FF2B5EF4-FFF2-40B4-BE49-F238E27FC236}">
                    <a16:creationId xmlns:a16="http://schemas.microsoft.com/office/drawing/2014/main" id="{DEF3B6A8-166C-B516-DCE8-B1110FA6249E}"/>
                  </a:ext>
                </a:extLst>
              </p14:cNvPr>
              <p14:cNvContentPartPr/>
              <p14:nvPr/>
            </p14:nvContentPartPr>
            <p14:xfrm>
              <a:off x="1683016" y="5444296"/>
              <a:ext cx="6822000" cy="720"/>
            </p14:xfrm>
          </p:contentPart>
        </mc:Choice>
        <mc:Fallback>
          <p:pic>
            <p:nvPicPr>
              <p:cNvPr id="9" name="Ink 8">
                <a:extLst>
                  <a:ext uri="{FF2B5EF4-FFF2-40B4-BE49-F238E27FC236}">
                    <a16:creationId xmlns:a16="http://schemas.microsoft.com/office/drawing/2014/main" id="{DEF3B6A8-166C-B516-DCE8-B1110FA6249E}"/>
                  </a:ext>
                </a:extLst>
              </p:cNvPr>
              <p:cNvPicPr/>
              <p:nvPr/>
            </p:nvPicPr>
            <p:blipFill>
              <a:blip r:embed="rId11"/>
              <a:stretch>
                <a:fillRect/>
              </a:stretch>
            </p:blipFill>
            <p:spPr>
              <a:xfrm>
                <a:off x="1674376" y="5426296"/>
                <a:ext cx="683964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2">
            <p14:nvContentPartPr>
              <p14:cNvPr id="12" name="Ink 11">
                <a:extLst>
                  <a:ext uri="{FF2B5EF4-FFF2-40B4-BE49-F238E27FC236}">
                    <a16:creationId xmlns:a16="http://schemas.microsoft.com/office/drawing/2014/main" id="{06576103-C108-A12A-5196-A41441CBF2BF}"/>
                  </a:ext>
                </a:extLst>
              </p14:cNvPr>
              <p14:cNvContentPartPr/>
              <p14:nvPr/>
            </p14:nvContentPartPr>
            <p14:xfrm>
              <a:off x="1714336" y="5922736"/>
              <a:ext cx="6733800" cy="720"/>
            </p14:xfrm>
          </p:contentPart>
        </mc:Choice>
        <mc:Fallback>
          <p:pic>
            <p:nvPicPr>
              <p:cNvPr id="12" name="Ink 11">
                <a:extLst>
                  <a:ext uri="{FF2B5EF4-FFF2-40B4-BE49-F238E27FC236}">
                    <a16:creationId xmlns:a16="http://schemas.microsoft.com/office/drawing/2014/main" id="{06576103-C108-A12A-5196-A41441CBF2BF}"/>
                  </a:ext>
                </a:extLst>
              </p:cNvPr>
              <p:cNvPicPr/>
              <p:nvPr/>
            </p:nvPicPr>
            <p:blipFill>
              <a:blip r:embed="rId13"/>
              <a:stretch>
                <a:fillRect/>
              </a:stretch>
            </p:blipFill>
            <p:spPr>
              <a:xfrm>
                <a:off x="1705336" y="5904736"/>
                <a:ext cx="6751440" cy="36000"/>
              </a:xfrm>
              <a:prstGeom prst="rect">
                <a:avLst/>
              </a:prstGeom>
            </p:spPr>
          </p:pic>
        </mc:Fallback>
      </mc:AlternateContent>
    </p:spTree>
    <p:custDataLst>
      <p:tags r:id="rId1"/>
    </p:custDataLst>
    <p:extLst>
      <p:ext uri="{BB962C8B-B14F-4D97-AF65-F5344CB8AC3E}">
        <p14:creationId xmlns:p14="http://schemas.microsoft.com/office/powerpoint/2010/main" val="964710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The 1970s and ’80s (2 of 2)</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r>
              <a:rPr lang="en-US" dirty="0"/>
              <a:t>Information security began with RAND Report R-609—the paper that started the study of computer security and identified the role of management and policy issues in it‏.</a:t>
            </a:r>
          </a:p>
          <a:p>
            <a:r>
              <a:rPr lang="en-US" dirty="0"/>
              <a:t>The scope of computer security grew from physical security to include: </a:t>
            </a:r>
          </a:p>
          <a:p>
            <a:pPr lvl="1"/>
            <a:r>
              <a:rPr lang="en-US" dirty="0"/>
              <a:t>Securing the data</a:t>
            </a:r>
          </a:p>
          <a:p>
            <a:pPr lvl="1"/>
            <a:r>
              <a:rPr lang="en-US" dirty="0"/>
              <a:t>Limiting random and unauthorized access to data</a:t>
            </a:r>
          </a:p>
          <a:p>
            <a:pPr lvl="1"/>
            <a:r>
              <a:rPr lang="en-US" dirty="0"/>
              <a:t>Involving personnel from multiple levels of the organization in information security</a:t>
            </a:r>
          </a:p>
        </p:txBody>
      </p:sp>
    </p:spTree>
    <p:custDataLst>
      <p:tags r:id="rId1"/>
    </p:custDataLst>
    <p:extLst>
      <p:ext uri="{BB962C8B-B14F-4D97-AF65-F5344CB8AC3E}">
        <p14:creationId xmlns:p14="http://schemas.microsoft.com/office/powerpoint/2010/main" val="1877792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nchor="t">
            <a:normAutofit/>
          </a:bodyPr>
          <a:lstStyle/>
          <a:p>
            <a:r>
              <a:rPr lang="en-US" dirty="0"/>
              <a:t>Computer Network Vulnerabilities</a:t>
            </a:r>
          </a:p>
        </p:txBody>
      </p:sp>
      <p:pic>
        <p:nvPicPr>
          <p:cNvPr id="5" name="Content Placeholder 4" descr="Figure 1-4. Illustration of computer network vulnerabilities from Rand Report R 609. A diagram titled computer network vulnerabilities. On the left is a box labeled processor. Two arrows point towards it. One is labeled Hardware: failure of protection circuits contribute to software failures. The other is labeled Software: Failure of protection features, access control, bounds control, et cetera. Several small circles left of the Processor connect to it with line segments. The circles are labeled Files: theft, copying, unauthorized access. An arrow labeled radiation points away from processor. Right of the processor is a box labeled Switching Center. They are connected by several parallel line segments. A lens shaped oval left of switching center on these lines is labeled crosstalk. An arrow labeled radiation points away from the lines, and an arrow labeled taps points towards them. Below the lines are three people. The first is labeled Operator: replace supervisor, reveal protective measures. The second is labeled maintenance man: disable hardware devices, use stand alone utility programs. The third is sitting at a desk in front of a computer and is labeled System programmer: disable protective features, provide &quot;ins&quot;, reveal protective measures. An arrow labeled Hardware: improper connections, cross coupling points towards Switching Center, and an arrow labeled Radiation points away from Switching Center. To the right of switching center, many lines fan out to the right. A lens shaped oval right of switching center where the lines start is labeled crosstalk. An arrow labeled radiation points away from the lines and an arrow labeled taps points towards it. At the far right, the lines all point to people standing in front of remote consoles. An arrow labeled radiation points away from the consoles. An arrow labeled access: attachment of recorders, bugs, points towards the consoles, and an arrow labeled User: identification, authentication, subtle software modification points towards the people in front of the computer.">
            <a:extLst>
              <a:ext uri="{FF2B5EF4-FFF2-40B4-BE49-F238E27FC236}">
                <a16:creationId xmlns:a16="http://schemas.microsoft.com/office/drawing/2014/main" id="{295153EE-9331-42A7-A774-234302124C22}"/>
              </a:ext>
            </a:extLst>
          </p:cNvPr>
          <p:cNvPicPr>
            <a:picLocks noGrp="1" noChangeAspect="1"/>
          </p:cNvPicPr>
          <p:nvPr>
            <p:ph idx="1"/>
          </p:nvPr>
        </p:nvPicPr>
        <p:blipFill>
          <a:blip r:embed="rId4" cstate="email">
            <a:extLst>
              <a:ext uri="{28A0092B-C50C-407E-A947-70E740481C1C}">
                <a14:useLocalDpi xmlns:a14="http://schemas.microsoft.com/office/drawing/2010/main"/>
              </a:ext>
            </a:extLst>
          </a:blip>
          <a:stretch>
            <a:fillRect/>
          </a:stretch>
        </p:blipFill>
        <p:spPr>
          <a:xfrm>
            <a:off x="1732547" y="1258094"/>
            <a:ext cx="8502315" cy="4918869"/>
          </a:xfrm>
          <a:noFill/>
        </p:spPr>
      </p:pic>
    </p:spTree>
    <p:custDataLst>
      <p:tags r:id="rId1"/>
    </p:custDataLst>
    <p:extLst>
      <p:ext uri="{BB962C8B-B14F-4D97-AF65-F5344CB8AC3E}">
        <p14:creationId xmlns:p14="http://schemas.microsoft.com/office/powerpoint/2010/main" val="3547062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MULTICS</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a:xfrm>
            <a:off x="476843" y="1477282"/>
            <a:ext cx="11241915" cy="4351338"/>
          </a:xfrm>
        </p:spPr>
        <p:txBody>
          <a:bodyPr/>
          <a:lstStyle/>
          <a:p>
            <a:r>
              <a:rPr lang="en-US" dirty="0"/>
              <a:t>Early research on computer security research centered on </a:t>
            </a:r>
            <a:r>
              <a:rPr lang="en-US" b="1" dirty="0"/>
              <a:t>a system </a:t>
            </a:r>
            <a:r>
              <a:rPr lang="en-US" dirty="0"/>
              <a:t>called Multiplexed Information and Computing Service (MULTICS)‏.</a:t>
            </a:r>
          </a:p>
          <a:p>
            <a:r>
              <a:rPr lang="en-US" dirty="0"/>
              <a:t>The first operating system was created with security integrated into core functions.</a:t>
            </a:r>
          </a:p>
          <a:p>
            <a:r>
              <a:rPr lang="en-US" b="1" dirty="0"/>
              <a:t>Mainframe, time-sharing OS </a:t>
            </a:r>
            <a:r>
              <a:rPr lang="en-US" dirty="0"/>
              <a:t>was developed in the mid-1960s by General Electric (GE), Bell Labs, and Massachusetts Institute of Technology (MIT)‏.</a:t>
            </a:r>
          </a:p>
          <a:p>
            <a:r>
              <a:rPr lang="en-US" dirty="0"/>
              <a:t>Several MULTICS key players created UNIX.</a:t>
            </a:r>
          </a:p>
          <a:p>
            <a:pPr lvl="1"/>
            <a:r>
              <a:rPr lang="en-US" dirty="0"/>
              <a:t>The primary purpose of UNIX was text processing.</a:t>
            </a:r>
          </a:p>
          <a:p>
            <a:r>
              <a:rPr lang="en-US" dirty="0"/>
              <a:t>Late 1970s: The microprocessor expanded computing capabilities and security threats.</a:t>
            </a:r>
          </a:p>
        </p:txBody>
      </p:sp>
      <mc:AlternateContent xmlns:mc="http://schemas.openxmlformats.org/markup-compatibility/2006">
        <mc:Choice xmlns:p14="http://schemas.microsoft.com/office/powerpoint/2010/main" xmlns:aink="http://schemas.microsoft.com/office/drawing/2016/ink" Requires="p14 aink">
          <p:contentPart p14:bwMode="auto" r:id="rId4">
            <p14:nvContentPartPr>
              <p14:cNvPr id="3" name="Ink 2">
                <a:extLst>
                  <a:ext uri="{FF2B5EF4-FFF2-40B4-BE49-F238E27FC236}">
                    <a16:creationId xmlns:a16="http://schemas.microsoft.com/office/drawing/2014/main" id="{97447410-1DCD-BD55-E0AF-34905FD03351}"/>
                  </a:ext>
                </a:extLst>
              </p14:cNvPr>
              <p14:cNvContentPartPr/>
              <p14:nvPr/>
            </p14:nvContentPartPr>
            <p14:xfrm>
              <a:off x="830896" y="2264776"/>
              <a:ext cx="6319800" cy="720"/>
            </p14:xfrm>
          </p:contentPart>
        </mc:Choice>
        <mc:Fallback>
          <p:pic>
            <p:nvPicPr>
              <p:cNvPr id="3" name="Ink 2">
                <a:extLst>
                  <a:ext uri="{FF2B5EF4-FFF2-40B4-BE49-F238E27FC236}">
                    <a16:creationId xmlns:a16="http://schemas.microsoft.com/office/drawing/2014/main" id="{97447410-1DCD-BD55-E0AF-34905FD03351}"/>
                  </a:ext>
                </a:extLst>
              </p:cNvPr>
              <p:cNvPicPr/>
              <p:nvPr/>
            </p:nvPicPr>
            <p:blipFill>
              <a:blip r:embed="rId5"/>
              <a:stretch>
                <a:fillRect/>
              </a:stretch>
            </p:blipFill>
            <p:spPr>
              <a:xfrm>
                <a:off x="821896" y="2246776"/>
                <a:ext cx="633744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4" name="Ink 3">
                <a:extLst>
                  <a:ext uri="{FF2B5EF4-FFF2-40B4-BE49-F238E27FC236}">
                    <a16:creationId xmlns:a16="http://schemas.microsoft.com/office/drawing/2014/main" id="{5FA134D5-5993-6998-25C6-076BFF8A23B5}"/>
                  </a:ext>
                </a:extLst>
              </p14:cNvPr>
              <p14:cNvContentPartPr/>
              <p14:nvPr/>
            </p14:nvContentPartPr>
            <p14:xfrm>
              <a:off x="758536" y="3252256"/>
              <a:ext cx="1100880" cy="21240"/>
            </p14:xfrm>
          </p:contentPart>
        </mc:Choice>
        <mc:Fallback>
          <p:pic>
            <p:nvPicPr>
              <p:cNvPr id="4" name="Ink 3">
                <a:extLst>
                  <a:ext uri="{FF2B5EF4-FFF2-40B4-BE49-F238E27FC236}">
                    <a16:creationId xmlns:a16="http://schemas.microsoft.com/office/drawing/2014/main" id="{5FA134D5-5993-6998-25C6-076BFF8A23B5}"/>
                  </a:ext>
                </a:extLst>
              </p:cNvPr>
              <p:cNvPicPr/>
              <p:nvPr/>
            </p:nvPicPr>
            <p:blipFill>
              <a:blip r:embed="rId7"/>
              <a:stretch>
                <a:fillRect/>
              </a:stretch>
            </p:blipFill>
            <p:spPr>
              <a:xfrm>
                <a:off x="749536" y="3243616"/>
                <a:ext cx="1118520" cy="388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5" name="Ink 4">
                <a:extLst>
                  <a:ext uri="{FF2B5EF4-FFF2-40B4-BE49-F238E27FC236}">
                    <a16:creationId xmlns:a16="http://schemas.microsoft.com/office/drawing/2014/main" id="{2D47AB98-EFA7-C380-BE8D-A1902087D886}"/>
                  </a:ext>
                </a:extLst>
              </p14:cNvPr>
              <p14:cNvContentPartPr/>
              <p14:nvPr/>
            </p14:nvContentPartPr>
            <p14:xfrm>
              <a:off x="4592896" y="5382376"/>
              <a:ext cx="3270960" cy="94680"/>
            </p14:xfrm>
          </p:contentPart>
        </mc:Choice>
        <mc:Fallback>
          <p:pic>
            <p:nvPicPr>
              <p:cNvPr id="5" name="Ink 4">
                <a:extLst>
                  <a:ext uri="{FF2B5EF4-FFF2-40B4-BE49-F238E27FC236}">
                    <a16:creationId xmlns:a16="http://schemas.microsoft.com/office/drawing/2014/main" id="{2D47AB98-EFA7-C380-BE8D-A1902087D886}"/>
                  </a:ext>
                </a:extLst>
              </p:cNvPr>
              <p:cNvPicPr/>
              <p:nvPr/>
            </p:nvPicPr>
            <p:blipFill>
              <a:blip r:embed="rId9"/>
              <a:stretch>
                <a:fillRect/>
              </a:stretch>
            </p:blipFill>
            <p:spPr>
              <a:xfrm>
                <a:off x="4583896" y="5373376"/>
                <a:ext cx="3288600" cy="112320"/>
              </a:xfrm>
              <a:prstGeom prst="rect">
                <a:avLst/>
              </a:prstGeom>
            </p:spPr>
          </p:pic>
        </mc:Fallback>
      </mc:AlternateContent>
    </p:spTree>
    <p:custDataLst>
      <p:tags r:id="rId1"/>
    </p:custDataLst>
    <p:extLst>
      <p:ext uri="{BB962C8B-B14F-4D97-AF65-F5344CB8AC3E}">
        <p14:creationId xmlns:p14="http://schemas.microsoft.com/office/powerpoint/2010/main" val="512185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The 1990s</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a:xfrm>
            <a:off x="898359" y="1264902"/>
            <a:ext cx="11004883" cy="4558381"/>
          </a:xfrm>
        </p:spPr>
        <p:txBody>
          <a:bodyPr/>
          <a:lstStyle/>
          <a:p>
            <a:r>
              <a:rPr lang="en-US" dirty="0"/>
              <a:t>Networks of computers became more common, as did the need to connect them to each other.</a:t>
            </a:r>
          </a:p>
          <a:p>
            <a:r>
              <a:rPr lang="en-US" dirty="0"/>
              <a:t>The Internet became the first global network of networks.</a:t>
            </a:r>
          </a:p>
          <a:p>
            <a:r>
              <a:rPr lang="en-US" dirty="0"/>
              <a:t>Initially, network connections were based on de facto standards (those which have been accepted as the best standard).</a:t>
            </a:r>
          </a:p>
          <a:p>
            <a:r>
              <a:rPr lang="en-US" dirty="0"/>
              <a:t>In early Internet deployments, security was treated as a low priority.</a:t>
            </a:r>
          </a:p>
          <a:p>
            <a:r>
              <a:rPr lang="en-US" dirty="0"/>
              <a:t>In the late 1990s and into the 2000s, many large corporations began publicly integrating security into their organizations.</a:t>
            </a:r>
          </a:p>
          <a:p>
            <a:r>
              <a:rPr lang="en-US" dirty="0"/>
              <a:t>Information security began to emerge as an independent discipline.</a:t>
            </a:r>
          </a:p>
        </p:txBody>
      </p:sp>
      <p:grpSp>
        <p:nvGrpSpPr>
          <p:cNvPr id="5" name="Group 4">
            <a:extLst>
              <a:ext uri="{FF2B5EF4-FFF2-40B4-BE49-F238E27FC236}">
                <a16:creationId xmlns:a16="http://schemas.microsoft.com/office/drawing/2014/main" id="{2E987B7E-1ECF-DC0F-95A0-EA03BC8A9B5D}"/>
              </a:ext>
            </a:extLst>
          </p:cNvPr>
          <p:cNvGrpSpPr/>
          <p:nvPr/>
        </p:nvGrpSpPr>
        <p:grpSpPr>
          <a:xfrm>
            <a:off x="1007656" y="1506616"/>
            <a:ext cx="360" cy="360"/>
            <a:chOff x="1007656" y="1506616"/>
            <a:chExt cx="360" cy="360"/>
          </a:xfrm>
        </p:grpSpPr>
        <mc:AlternateContent xmlns:mc="http://schemas.openxmlformats.org/markup-compatibility/2006">
          <mc:Choice xmlns:p14="http://schemas.microsoft.com/office/powerpoint/2010/main" xmlns:aink="http://schemas.microsoft.com/office/drawing/2016/ink" Requires="p14 aink">
            <p:contentPart p14:bwMode="auto" r:id="rId4">
              <p14:nvContentPartPr>
                <p14:cNvPr id="2" name="Ink 1">
                  <a:extLst>
                    <a:ext uri="{FF2B5EF4-FFF2-40B4-BE49-F238E27FC236}">
                      <a16:creationId xmlns:a16="http://schemas.microsoft.com/office/drawing/2014/main" id="{8E21B551-C1AF-9546-3D8B-73F82C9D06F0}"/>
                    </a:ext>
                  </a:extLst>
                </p14:cNvPr>
                <p14:cNvContentPartPr/>
                <p14:nvPr/>
              </p14:nvContentPartPr>
              <p14:xfrm>
                <a:off x="1007656" y="1506616"/>
                <a:ext cx="360" cy="360"/>
              </p14:xfrm>
            </p:contentPart>
          </mc:Choice>
          <mc:Fallback>
            <p:pic>
              <p:nvPicPr>
                <p:cNvPr id="2" name="Ink 1">
                  <a:extLst>
                    <a:ext uri="{FF2B5EF4-FFF2-40B4-BE49-F238E27FC236}">
                      <a16:creationId xmlns:a16="http://schemas.microsoft.com/office/drawing/2014/main" id="{8E21B551-C1AF-9546-3D8B-73F82C9D06F0}"/>
                    </a:ext>
                  </a:extLst>
                </p:cNvPr>
                <p:cNvPicPr/>
                <p:nvPr/>
              </p:nvPicPr>
              <p:blipFill>
                <a:blip r:embed="rId5"/>
                <a:stretch>
                  <a:fillRect/>
                </a:stretch>
              </p:blipFill>
              <p:spPr>
                <a:xfrm>
                  <a:off x="999016" y="1497616"/>
                  <a:ext cx="18000" cy="18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3" name="Ink 2">
                  <a:extLst>
                    <a:ext uri="{FF2B5EF4-FFF2-40B4-BE49-F238E27FC236}">
                      <a16:creationId xmlns:a16="http://schemas.microsoft.com/office/drawing/2014/main" id="{5B1474FF-B5DC-5F6B-F6B0-1CA91F27BD1F}"/>
                    </a:ext>
                  </a:extLst>
                </p14:cNvPr>
                <p14:cNvContentPartPr/>
                <p14:nvPr/>
              </p14:nvContentPartPr>
              <p14:xfrm>
                <a:off x="1007656" y="1506616"/>
                <a:ext cx="360" cy="360"/>
              </p14:xfrm>
            </p:contentPart>
          </mc:Choice>
          <mc:Fallback>
            <p:pic>
              <p:nvPicPr>
                <p:cNvPr id="3" name="Ink 2">
                  <a:extLst>
                    <a:ext uri="{FF2B5EF4-FFF2-40B4-BE49-F238E27FC236}">
                      <a16:creationId xmlns:a16="http://schemas.microsoft.com/office/drawing/2014/main" id="{5B1474FF-B5DC-5F6B-F6B0-1CA91F27BD1F}"/>
                    </a:ext>
                  </a:extLst>
                </p:cNvPr>
                <p:cNvPicPr/>
                <p:nvPr/>
              </p:nvPicPr>
              <p:blipFill>
                <a:blip r:embed="rId7"/>
                <a:stretch>
                  <a:fillRect/>
                </a:stretch>
              </p:blipFill>
              <p:spPr>
                <a:xfrm>
                  <a:off x="999016" y="1497616"/>
                  <a:ext cx="18000" cy="18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4" name="Ink 3">
                  <a:extLst>
                    <a:ext uri="{FF2B5EF4-FFF2-40B4-BE49-F238E27FC236}">
                      <a16:creationId xmlns:a16="http://schemas.microsoft.com/office/drawing/2014/main" id="{3491AA93-3CDF-C96E-ABFF-55383FC4D773}"/>
                    </a:ext>
                  </a:extLst>
                </p14:cNvPr>
                <p14:cNvContentPartPr/>
                <p14:nvPr/>
              </p14:nvContentPartPr>
              <p14:xfrm>
                <a:off x="1007656" y="1506616"/>
                <a:ext cx="360" cy="360"/>
              </p14:xfrm>
            </p:contentPart>
          </mc:Choice>
          <mc:Fallback>
            <p:pic>
              <p:nvPicPr>
                <p:cNvPr id="4" name="Ink 3">
                  <a:extLst>
                    <a:ext uri="{FF2B5EF4-FFF2-40B4-BE49-F238E27FC236}">
                      <a16:creationId xmlns:a16="http://schemas.microsoft.com/office/drawing/2014/main" id="{3491AA93-3CDF-C96E-ABFF-55383FC4D773}"/>
                    </a:ext>
                  </a:extLst>
                </p:cNvPr>
                <p:cNvPicPr/>
                <p:nvPr/>
              </p:nvPicPr>
              <p:blipFill>
                <a:blip r:embed="rId9"/>
                <a:stretch>
                  <a:fillRect/>
                </a:stretch>
              </p:blipFill>
              <p:spPr>
                <a:xfrm>
                  <a:off x="999016" y="1497616"/>
                  <a:ext cx="18000" cy="18000"/>
                </a:xfrm>
                <a:prstGeom prst="rect">
                  <a:avLst/>
                </a:prstGeom>
              </p:spPr>
            </p:pic>
          </mc:Fallback>
        </mc:AlternateContent>
      </p:grpSp>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6" name="Ink 5">
                <a:extLst>
                  <a:ext uri="{FF2B5EF4-FFF2-40B4-BE49-F238E27FC236}">
                    <a16:creationId xmlns:a16="http://schemas.microsoft.com/office/drawing/2014/main" id="{A21182F0-1B9D-7F9A-804C-6F80B7983002}"/>
                  </a:ext>
                </a:extLst>
              </p14:cNvPr>
              <p14:cNvContentPartPr/>
              <p14:nvPr/>
            </p14:nvContentPartPr>
            <p14:xfrm>
              <a:off x="4665616" y="4073056"/>
              <a:ext cx="360" cy="360"/>
            </p14:xfrm>
          </p:contentPart>
        </mc:Choice>
        <mc:Fallback>
          <p:pic>
            <p:nvPicPr>
              <p:cNvPr id="6" name="Ink 5">
                <a:extLst>
                  <a:ext uri="{FF2B5EF4-FFF2-40B4-BE49-F238E27FC236}">
                    <a16:creationId xmlns:a16="http://schemas.microsoft.com/office/drawing/2014/main" id="{A21182F0-1B9D-7F9A-804C-6F80B7983002}"/>
                  </a:ext>
                </a:extLst>
              </p:cNvPr>
              <p:cNvPicPr/>
              <p:nvPr/>
            </p:nvPicPr>
            <p:blipFill>
              <a:blip r:embed="rId11"/>
              <a:stretch>
                <a:fillRect/>
              </a:stretch>
            </p:blipFill>
            <p:spPr>
              <a:xfrm>
                <a:off x="4656616" y="4064416"/>
                <a:ext cx="18000" cy="18000"/>
              </a:xfrm>
              <a:prstGeom prst="rect">
                <a:avLst/>
              </a:prstGeom>
            </p:spPr>
          </p:pic>
        </mc:Fallback>
      </mc:AlternateContent>
    </p:spTree>
    <p:custDataLst>
      <p:tags r:id="rId1"/>
    </p:custDataLst>
    <p:extLst>
      <p:ext uri="{BB962C8B-B14F-4D97-AF65-F5344CB8AC3E}">
        <p14:creationId xmlns:p14="http://schemas.microsoft.com/office/powerpoint/2010/main" val="1176360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2000 to Present</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a:xfrm>
            <a:off x="476842" y="1280193"/>
            <a:ext cx="11241915" cy="4351338"/>
          </a:xfrm>
        </p:spPr>
        <p:txBody>
          <a:bodyPr/>
          <a:lstStyle/>
          <a:p>
            <a:r>
              <a:rPr lang="en-US" dirty="0"/>
              <a:t>The Internet brings millions of unsecured computer networks and billions of computer systems into continuous communication with each other.</a:t>
            </a:r>
          </a:p>
          <a:p>
            <a:r>
              <a:rPr lang="en-US" dirty="0"/>
              <a:t>The ability to secure a computer’s data was influenced by the security of every computer to which it is connected.</a:t>
            </a:r>
          </a:p>
          <a:p>
            <a:r>
              <a:rPr lang="en-US" dirty="0"/>
              <a:t>The growing threat of cyberattacks has increased the awareness of need for improved security.</a:t>
            </a:r>
          </a:p>
          <a:p>
            <a:r>
              <a:rPr lang="en-US" dirty="0"/>
              <a:t>The threat environment has grown from the semiprofessional hacker damaging Web sites for amusement to professional cybercriminals maximizing revenue from theft and extortion, as well as government-sponsored cyberwar groups striking military, government, and commercial targets.</a:t>
            </a:r>
          </a:p>
        </p:txBody>
      </p:sp>
    </p:spTree>
    <p:custDataLst>
      <p:tags r:id="rId1"/>
    </p:custDataLst>
    <p:extLst>
      <p:ext uri="{BB962C8B-B14F-4D97-AF65-F5344CB8AC3E}">
        <p14:creationId xmlns:p14="http://schemas.microsoft.com/office/powerpoint/2010/main" val="3169263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Key Dates in Information Security (1 of 3)</a:t>
            </a:r>
          </a:p>
        </p:txBody>
      </p:sp>
      <p:graphicFrame>
        <p:nvGraphicFramePr>
          <p:cNvPr id="2" name="Table 2">
            <a:extLst>
              <a:ext uri="{FF2B5EF4-FFF2-40B4-BE49-F238E27FC236}">
                <a16:creationId xmlns:a16="http://schemas.microsoft.com/office/drawing/2014/main" id="{D7BC8B88-15CE-43F5-A37B-BA6622A92D2E}"/>
              </a:ext>
            </a:extLst>
          </p:cNvPr>
          <p:cNvGraphicFramePr>
            <a:graphicFrameLocks noGrp="1"/>
          </p:cNvGraphicFramePr>
          <p:nvPr>
            <p:ph idx="1"/>
            <p:extLst>
              <p:ext uri="{D42A27DB-BD31-4B8C-83A1-F6EECF244321}">
                <p14:modId xmlns:p14="http://schemas.microsoft.com/office/powerpoint/2010/main" val="19628282"/>
              </p:ext>
            </p:extLst>
          </p:nvPr>
        </p:nvGraphicFramePr>
        <p:xfrm>
          <a:off x="476250" y="1825625"/>
          <a:ext cx="11242674" cy="4124960"/>
        </p:xfrm>
        <a:graphic>
          <a:graphicData uri="http://schemas.openxmlformats.org/drawingml/2006/table">
            <a:tbl>
              <a:tblPr firstRow="1" bandRow="1">
                <a:tableStyleId>{5C22544A-7EE6-4342-B048-85BDC9FD1C3A}</a:tableStyleId>
              </a:tblPr>
              <a:tblGrid>
                <a:gridCol w="873579">
                  <a:extLst>
                    <a:ext uri="{9D8B030D-6E8A-4147-A177-3AD203B41FA5}">
                      <a16:colId xmlns:a16="http://schemas.microsoft.com/office/drawing/2014/main" val="1162888139"/>
                    </a:ext>
                  </a:extLst>
                </a:gridCol>
                <a:gridCol w="10369095">
                  <a:extLst>
                    <a:ext uri="{9D8B030D-6E8A-4147-A177-3AD203B41FA5}">
                      <a16:colId xmlns:a16="http://schemas.microsoft.com/office/drawing/2014/main" val="2019863705"/>
                    </a:ext>
                  </a:extLst>
                </a:gridCol>
              </a:tblGrid>
              <a:tr h="370840">
                <a:tc>
                  <a:txBody>
                    <a:bodyPr/>
                    <a:lstStyle/>
                    <a:p>
                      <a:r>
                        <a:rPr lang="en-US" dirty="0"/>
                        <a:t>Date</a:t>
                      </a:r>
                    </a:p>
                  </a:txBody>
                  <a:tcPr/>
                </a:tc>
                <a:tc>
                  <a:txBody>
                    <a:bodyPr/>
                    <a:lstStyle/>
                    <a:p>
                      <a:r>
                        <a:rPr lang="en-US" dirty="0"/>
                        <a:t>Document</a:t>
                      </a:r>
                    </a:p>
                  </a:txBody>
                  <a:tcPr/>
                </a:tc>
                <a:extLst>
                  <a:ext uri="{0D108BD9-81ED-4DB2-BD59-A6C34878D82A}">
                    <a16:rowId xmlns:a16="http://schemas.microsoft.com/office/drawing/2014/main" val="4237643336"/>
                  </a:ext>
                </a:extLst>
              </a:tr>
              <a:tr h="370840">
                <a:tc>
                  <a:txBody>
                    <a:bodyPr/>
                    <a:lstStyle/>
                    <a:p>
                      <a:r>
                        <a:rPr lang="en-US" dirty="0"/>
                        <a:t>1968</a:t>
                      </a:r>
                    </a:p>
                  </a:txBody>
                  <a:tcPr/>
                </a:tc>
                <a:tc>
                  <a:txBody>
                    <a:bodyPr/>
                    <a:lstStyle/>
                    <a:p>
                      <a:r>
                        <a:rPr lang="en-US" dirty="0"/>
                        <a:t>Maurice Wilkes discusses password security in </a:t>
                      </a:r>
                      <a:r>
                        <a:rPr lang="en-US" i="1" dirty="0"/>
                        <a:t>Time-Sharing Computer Systems</a:t>
                      </a:r>
                      <a:r>
                        <a:rPr lang="en-US" dirty="0"/>
                        <a:t>.</a:t>
                      </a:r>
                    </a:p>
                  </a:txBody>
                  <a:tcPr/>
                </a:tc>
                <a:extLst>
                  <a:ext uri="{0D108BD9-81ED-4DB2-BD59-A6C34878D82A}">
                    <a16:rowId xmlns:a16="http://schemas.microsoft.com/office/drawing/2014/main" val="3372001494"/>
                  </a:ext>
                </a:extLst>
              </a:tr>
              <a:tr h="370840">
                <a:tc>
                  <a:txBody>
                    <a:bodyPr/>
                    <a:lstStyle/>
                    <a:p>
                      <a:r>
                        <a:rPr lang="en-US" dirty="0"/>
                        <a:t>1970</a:t>
                      </a:r>
                    </a:p>
                  </a:txBody>
                  <a:tcPr/>
                </a:tc>
                <a:tc>
                  <a:txBody>
                    <a:bodyPr/>
                    <a:lstStyle/>
                    <a:p>
                      <a:r>
                        <a:rPr lang="en-US" dirty="0"/>
                        <a:t>Willis H. Ware authors the report "Security Controls for Computer Systems: Report of Defense Science Board Task Force on Computer Security-RAND Report R-609," which was not declassified until 1979. It became known as the seminal work identifying the need for computer security.</a:t>
                      </a:r>
                    </a:p>
                  </a:txBody>
                  <a:tcPr/>
                </a:tc>
                <a:extLst>
                  <a:ext uri="{0D108BD9-81ED-4DB2-BD59-A6C34878D82A}">
                    <a16:rowId xmlns:a16="http://schemas.microsoft.com/office/drawing/2014/main" val="4266744671"/>
                  </a:ext>
                </a:extLst>
              </a:tr>
              <a:tr h="370840">
                <a:tc>
                  <a:txBody>
                    <a:bodyPr/>
                    <a:lstStyle/>
                    <a:p>
                      <a:r>
                        <a:rPr lang="en-US" dirty="0"/>
                        <a:t>1973</a:t>
                      </a:r>
                    </a:p>
                  </a:txBody>
                  <a:tcPr/>
                </a:tc>
                <a:tc>
                  <a:txBody>
                    <a:bodyPr/>
                    <a:lstStyle/>
                    <a:p>
                      <a:r>
                        <a:rPr lang="en-US" dirty="0"/>
                        <a:t>Schell, Downey, and Popek examine the need for additional security in military systems in </a:t>
                      </a:r>
                      <a:r>
                        <a:rPr lang="en-US" i="1" dirty="0"/>
                        <a:t>Preliminary Notes on the Design of Secure Military Computer Systems</a:t>
                      </a:r>
                      <a:r>
                        <a:rPr lang="en-US" dirty="0"/>
                        <a:t>.</a:t>
                      </a:r>
                    </a:p>
                  </a:txBody>
                  <a:tcPr/>
                </a:tc>
                <a:extLst>
                  <a:ext uri="{0D108BD9-81ED-4DB2-BD59-A6C34878D82A}">
                    <a16:rowId xmlns:a16="http://schemas.microsoft.com/office/drawing/2014/main" val="2421169179"/>
                  </a:ext>
                </a:extLst>
              </a:tr>
              <a:tr h="370840">
                <a:tc>
                  <a:txBody>
                    <a:bodyPr/>
                    <a:lstStyle/>
                    <a:p>
                      <a:r>
                        <a:rPr lang="en-US" dirty="0"/>
                        <a:t>1975</a:t>
                      </a:r>
                    </a:p>
                  </a:txBody>
                  <a:tcPr/>
                </a:tc>
                <a:tc>
                  <a:txBody>
                    <a:bodyPr/>
                    <a:lstStyle/>
                    <a:p>
                      <a:r>
                        <a:rPr lang="en-US" dirty="0"/>
                        <a:t>The Federal Information Processing Standards (FIPS) examines DES (Digital Encryption Standard) in the </a:t>
                      </a:r>
                      <a:r>
                        <a:rPr lang="en-US" i="1" dirty="0"/>
                        <a:t>Federal Register</a:t>
                      </a:r>
                      <a:r>
                        <a:rPr lang="en-US" dirty="0"/>
                        <a:t>.</a:t>
                      </a:r>
                    </a:p>
                  </a:txBody>
                  <a:tcPr/>
                </a:tc>
                <a:extLst>
                  <a:ext uri="{0D108BD9-81ED-4DB2-BD59-A6C34878D82A}">
                    <a16:rowId xmlns:a16="http://schemas.microsoft.com/office/drawing/2014/main" val="2260482685"/>
                  </a:ext>
                </a:extLst>
              </a:tr>
              <a:tr h="370840">
                <a:tc>
                  <a:txBody>
                    <a:bodyPr/>
                    <a:lstStyle/>
                    <a:p>
                      <a:r>
                        <a:rPr lang="en-US" dirty="0"/>
                        <a:t>1978</a:t>
                      </a:r>
                    </a:p>
                  </a:txBody>
                  <a:tcPr/>
                </a:tc>
                <a:tc>
                  <a:txBody>
                    <a:bodyPr/>
                    <a:lstStyle/>
                    <a:p>
                      <a:r>
                        <a:rPr lang="en-US" dirty="0"/>
                        <a:t>Bisbey and Hollingworth publish their study “Protection Analysis: Final Report," which discussed the Protection Analysis project created by ARPA to better understand the vulnerabilities of operating system security and examine the possibility of automated vulnerability detection techniques in existing system .</a:t>
                      </a:r>
                      <a:endParaRPr lang="en-US" baseline="30000" dirty="0"/>
                    </a:p>
                  </a:txBody>
                  <a:tcPr/>
                </a:tc>
                <a:extLst>
                  <a:ext uri="{0D108BD9-81ED-4DB2-BD59-A6C34878D82A}">
                    <a16:rowId xmlns:a16="http://schemas.microsoft.com/office/drawing/2014/main" val="4251491888"/>
                  </a:ext>
                </a:extLst>
              </a:tr>
            </a:tbl>
          </a:graphicData>
        </a:graphic>
      </p:graphicFrame>
    </p:spTree>
    <p:custDataLst>
      <p:tags r:id="rId1"/>
    </p:custDataLst>
    <p:extLst>
      <p:ext uri="{BB962C8B-B14F-4D97-AF65-F5344CB8AC3E}">
        <p14:creationId xmlns:p14="http://schemas.microsoft.com/office/powerpoint/2010/main" val="3394811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Key Dates in Information Security (2 of 3)</a:t>
            </a:r>
          </a:p>
        </p:txBody>
      </p:sp>
      <p:graphicFrame>
        <p:nvGraphicFramePr>
          <p:cNvPr id="2" name="Table 2">
            <a:extLst>
              <a:ext uri="{FF2B5EF4-FFF2-40B4-BE49-F238E27FC236}">
                <a16:creationId xmlns:a16="http://schemas.microsoft.com/office/drawing/2014/main" id="{D7BC8B88-15CE-43F5-A37B-BA6622A92D2E}"/>
              </a:ext>
            </a:extLst>
          </p:cNvPr>
          <p:cNvGraphicFramePr>
            <a:graphicFrameLocks noGrp="1"/>
          </p:cNvGraphicFramePr>
          <p:nvPr>
            <p:ph idx="1"/>
          </p:nvPr>
        </p:nvGraphicFramePr>
        <p:xfrm>
          <a:off x="476250" y="1825625"/>
          <a:ext cx="11242674" cy="2900680"/>
        </p:xfrm>
        <a:graphic>
          <a:graphicData uri="http://schemas.openxmlformats.org/drawingml/2006/table">
            <a:tbl>
              <a:tblPr firstRow="1" bandRow="1">
                <a:tableStyleId>{5C22544A-7EE6-4342-B048-85BDC9FD1C3A}</a:tableStyleId>
              </a:tblPr>
              <a:tblGrid>
                <a:gridCol w="873579">
                  <a:extLst>
                    <a:ext uri="{9D8B030D-6E8A-4147-A177-3AD203B41FA5}">
                      <a16:colId xmlns:a16="http://schemas.microsoft.com/office/drawing/2014/main" val="1162888139"/>
                    </a:ext>
                  </a:extLst>
                </a:gridCol>
                <a:gridCol w="10369095">
                  <a:extLst>
                    <a:ext uri="{9D8B030D-6E8A-4147-A177-3AD203B41FA5}">
                      <a16:colId xmlns:a16="http://schemas.microsoft.com/office/drawing/2014/main" val="2019863705"/>
                    </a:ext>
                  </a:extLst>
                </a:gridCol>
              </a:tblGrid>
              <a:tr h="370840">
                <a:tc>
                  <a:txBody>
                    <a:bodyPr/>
                    <a:lstStyle/>
                    <a:p>
                      <a:r>
                        <a:rPr lang="en-US" dirty="0"/>
                        <a:t>Date</a:t>
                      </a:r>
                    </a:p>
                  </a:txBody>
                  <a:tcPr/>
                </a:tc>
                <a:tc>
                  <a:txBody>
                    <a:bodyPr/>
                    <a:lstStyle/>
                    <a:p>
                      <a:r>
                        <a:rPr lang="en-US" dirty="0"/>
                        <a:t>Document</a:t>
                      </a:r>
                    </a:p>
                  </a:txBody>
                  <a:tcPr/>
                </a:tc>
                <a:extLst>
                  <a:ext uri="{0D108BD9-81ED-4DB2-BD59-A6C34878D82A}">
                    <a16:rowId xmlns:a16="http://schemas.microsoft.com/office/drawing/2014/main" val="4237643336"/>
                  </a:ext>
                </a:extLst>
              </a:tr>
              <a:tr h="370840">
                <a:tc>
                  <a:txBody>
                    <a:bodyPr/>
                    <a:lstStyle/>
                    <a:p>
                      <a:r>
                        <a:rPr lang="en-US" dirty="0"/>
                        <a:t>1979</a:t>
                      </a:r>
                    </a:p>
                  </a:txBody>
                  <a:tcPr/>
                </a:tc>
                <a:tc>
                  <a:txBody>
                    <a:bodyPr/>
                    <a:lstStyle/>
                    <a:p>
                      <a:pPr>
                        <a:spcBef>
                          <a:spcPts val="600"/>
                        </a:spcBef>
                        <a:spcAft>
                          <a:spcPts val="600"/>
                        </a:spcAft>
                      </a:pPr>
                      <a:r>
                        <a:rPr lang="en-US" dirty="0"/>
                        <a:t>Morris and Thompson author “Password Security: A Case History," published in the </a:t>
                      </a:r>
                      <a:r>
                        <a:rPr lang="en-US" i="1" dirty="0"/>
                        <a:t>Communications of the Association for Computing Machinery</a:t>
                      </a:r>
                      <a:r>
                        <a:rPr lang="en-US" dirty="0"/>
                        <a:t> (ACM). The paper examined the design history of a password security scheme on a remotely accessed, time-sharing system.</a:t>
                      </a:r>
                    </a:p>
                    <a:p>
                      <a:pPr>
                        <a:spcBef>
                          <a:spcPts val="600"/>
                        </a:spcBef>
                        <a:spcAft>
                          <a:spcPts val="600"/>
                        </a:spcAft>
                      </a:pPr>
                      <a:r>
                        <a:rPr lang="en-US" dirty="0"/>
                        <a:t>Dennis Ritchie publishes “On the Security of UNIX" and "Protection of Data File Contents," which discussed secure user IDs, secure group IDs, and the problems inherent in the systems.</a:t>
                      </a:r>
                    </a:p>
                  </a:txBody>
                  <a:tcPr/>
                </a:tc>
                <a:extLst>
                  <a:ext uri="{0D108BD9-81ED-4DB2-BD59-A6C34878D82A}">
                    <a16:rowId xmlns:a16="http://schemas.microsoft.com/office/drawing/2014/main" val="2601409956"/>
                  </a:ext>
                </a:extLst>
              </a:tr>
              <a:tr h="370840">
                <a:tc>
                  <a:txBody>
                    <a:bodyPr/>
                    <a:lstStyle/>
                    <a:p>
                      <a:r>
                        <a:rPr lang="en-US" dirty="0"/>
                        <a:t>1982</a:t>
                      </a:r>
                    </a:p>
                  </a:txBody>
                  <a:tcPr/>
                </a:tc>
                <a:tc>
                  <a:txBody>
                    <a:bodyPr/>
                    <a:lstStyle/>
                    <a:p>
                      <a:r>
                        <a:rPr lang="en-US" dirty="0"/>
                        <a:t>The U.S. Department of Defense Computer Security Evaluation Center publishes the first version of the Trusted Computer Security (TCSEC) documents, which came to be known as the Rainbow Series.</a:t>
                      </a:r>
                    </a:p>
                  </a:txBody>
                  <a:tcPr/>
                </a:tc>
                <a:extLst>
                  <a:ext uri="{0D108BD9-81ED-4DB2-BD59-A6C34878D82A}">
                    <a16:rowId xmlns:a16="http://schemas.microsoft.com/office/drawing/2014/main" val="1146842953"/>
                  </a:ext>
                </a:extLst>
              </a:tr>
            </a:tbl>
          </a:graphicData>
        </a:graphic>
      </p:graphicFrame>
    </p:spTree>
    <p:custDataLst>
      <p:tags r:id="rId1"/>
    </p:custDataLst>
    <p:extLst>
      <p:ext uri="{BB962C8B-B14F-4D97-AF65-F5344CB8AC3E}">
        <p14:creationId xmlns:p14="http://schemas.microsoft.com/office/powerpoint/2010/main" val="2664224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Key Dates in Information Security (3 of 3)</a:t>
            </a:r>
          </a:p>
        </p:txBody>
      </p:sp>
      <p:graphicFrame>
        <p:nvGraphicFramePr>
          <p:cNvPr id="2" name="Table 2">
            <a:extLst>
              <a:ext uri="{FF2B5EF4-FFF2-40B4-BE49-F238E27FC236}">
                <a16:creationId xmlns:a16="http://schemas.microsoft.com/office/drawing/2014/main" id="{D7BC8B88-15CE-43F5-A37B-BA6622A92D2E}"/>
              </a:ext>
            </a:extLst>
          </p:cNvPr>
          <p:cNvGraphicFramePr>
            <a:graphicFrameLocks noGrp="1"/>
          </p:cNvGraphicFramePr>
          <p:nvPr>
            <p:ph idx="1"/>
          </p:nvPr>
        </p:nvGraphicFramePr>
        <p:xfrm>
          <a:off x="476250" y="1825625"/>
          <a:ext cx="11242674" cy="3723640"/>
        </p:xfrm>
        <a:graphic>
          <a:graphicData uri="http://schemas.openxmlformats.org/drawingml/2006/table">
            <a:tbl>
              <a:tblPr firstRow="1" bandRow="1">
                <a:tableStyleId>{5C22544A-7EE6-4342-B048-85BDC9FD1C3A}</a:tableStyleId>
              </a:tblPr>
              <a:tblGrid>
                <a:gridCol w="873579">
                  <a:extLst>
                    <a:ext uri="{9D8B030D-6E8A-4147-A177-3AD203B41FA5}">
                      <a16:colId xmlns:a16="http://schemas.microsoft.com/office/drawing/2014/main" val="1162888139"/>
                    </a:ext>
                  </a:extLst>
                </a:gridCol>
                <a:gridCol w="10369095">
                  <a:extLst>
                    <a:ext uri="{9D8B030D-6E8A-4147-A177-3AD203B41FA5}">
                      <a16:colId xmlns:a16="http://schemas.microsoft.com/office/drawing/2014/main" val="2019863705"/>
                    </a:ext>
                  </a:extLst>
                </a:gridCol>
              </a:tblGrid>
              <a:tr h="370840">
                <a:tc>
                  <a:txBody>
                    <a:bodyPr/>
                    <a:lstStyle/>
                    <a:p>
                      <a:r>
                        <a:rPr lang="en-US" dirty="0"/>
                        <a:t>Date</a:t>
                      </a:r>
                    </a:p>
                  </a:txBody>
                  <a:tcPr/>
                </a:tc>
                <a:tc>
                  <a:txBody>
                    <a:bodyPr/>
                    <a:lstStyle/>
                    <a:p>
                      <a:r>
                        <a:rPr lang="en-US" dirty="0"/>
                        <a:t>Document</a:t>
                      </a:r>
                    </a:p>
                  </a:txBody>
                  <a:tcPr/>
                </a:tc>
                <a:extLst>
                  <a:ext uri="{0D108BD9-81ED-4DB2-BD59-A6C34878D82A}">
                    <a16:rowId xmlns:a16="http://schemas.microsoft.com/office/drawing/2014/main" val="4237643336"/>
                  </a:ext>
                </a:extLst>
              </a:tr>
              <a:tr h="370840">
                <a:tc>
                  <a:txBody>
                    <a:bodyPr/>
                    <a:lstStyle/>
                    <a:p>
                      <a:r>
                        <a:rPr lang="en-US" dirty="0"/>
                        <a:t>1984</a:t>
                      </a:r>
                    </a:p>
                  </a:txBody>
                  <a:tcPr/>
                </a:tc>
                <a:tc>
                  <a:txBody>
                    <a:bodyPr/>
                    <a:lstStyle/>
                    <a:p>
                      <a:pPr>
                        <a:spcBef>
                          <a:spcPts val="600"/>
                        </a:spcBef>
                        <a:spcAft>
                          <a:spcPts val="600"/>
                        </a:spcAft>
                      </a:pPr>
                      <a:r>
                        <a:rPr lang="en-US" dirty="0"/>
                        <a:t>Grampp and Morris write “The UNIX System: UNIX Operating System Security." In this report, the authors examined four "important handles to computer security": physical control of premises and computer facilities, management commitment to security objectives, education of employees, and administrative procedures aimed at increased security.</a:t>
                      </a:r>
                      <a:endParaRPr lang="en-US" baseline="30000" dirty="0"/>
                    </a:p>
                    <a:p>
                      <a:pPr>
                        <a:spcBef>
                          <a:spcPts val="600"/>
                        </a:spcBef>
                        <a:spcAft>
                          <a:spcPts val="600"/>
                        </a:spcAft>
                      </a:pPr>
                      <a:r>
                        <a:rPr lang="en-US" dirty="0"/>
                        <a:t>Reeds and Weinberger publish “File Security and the UNIX System Crypt Command." Their premise was: “No technique can be secure against wiretapping or its equivalent on the computer. Therefore, no technique can be secure against the system administrator or other privileged users . . . the naive user has no chance.“</a:t>
                      </a:r>
                      <a:endParaRPr lang="en-US" baseline="30000" dirty="0"/>
                    </a:p>
                  </a:txBody>
                  <a:tcPr/>
                </a:tc>
                <a:extLst>
                  <a:ext uri="{0D108BD9-81ED-4DB2-BD59-A6C34878D82A}">
                    <a16:rowId xmlns:a16="http://schemas.microsoft.com/office/drawing/2014/main" val="2128085438"/>
                  </a:ext>
                </a:extLst>
              </a:tr>
              <a:tr h="370840">
                <a:tc>
                  <a:txBody>
                    <a:bodyPr/>
                    <a:lstStyle/>
                    <a:p>
                      <a:r>
                        <a:rPr lang="en-US" dirty="0"/>
                        <a:t>1992</a:t>
                      </a:r>
                    </a:p>
                  </a:txBody>
                  <a:tcPr/>
                </a:tc>
                <a:tc>
                  <a:txBody>
                    <a:bodyPr/>
                    <a:lstStyle/>
                    <a:p>
                      <a:r>
                        <a:rPr lang="en-US" dirty="0"/>
                        <a:t>Researchers for the Internet Engineering Task Force, working at the Naval Research Laboratory, develop the Simple Internet Protocol Plus (SIPP) Security protocols, creating what is now known as IPSEC security.</a:t>
                      </a:r>
                    </a:p>
                  </a:txBody>
                  <a:tcPr/>
                </a:tc>
                <a:extLst>
                  <a:ext uri="{0D108BD9-81ED-4DB2-BD59-A6C34878D82A}">
                    <a16:rowId xmlns:a16="http://schemas.microsoft.com/office/drawing/2014/main" val="2018412049"/>
                  </a:ext>
                </a:extLst>
              </a:tr>
            </a:tbl>
          </a:graphicData>
        </a:graphic>
      </p:graphicFrame>
    </p:spTree>
    <p:custDataLst>
      <p:tags r:id="rId1"/>
    </p:custDataLst>
    <p:extLst>
      <p:ext uri="{BB962C8B-B14F-4D97-AF65-F5344CB8AC3E}">
        <p14:creationId xmlns:p14="http://schemas.microsoft.com/office/powerpoint/2010/main" val="3011886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a:xfrm>
            <a:off x="476843" y="473246"/>
            <a:ext cx="11241915" cy="992698"/>
          </a:xfrm>
        </p:spPr>
        <p:txBody>
          <a:bodyPr/>
          <a:lstStyle/>
          <a:p>
            <a:r>
              <a:rPr lang="en-US" dirty="0"/>
              <a:t>What Is Security?</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a:xfrm>
            <a:off x="476842" y="1163434"/>
            <a:ext cx="11241915" cy="4711019"/>
          </a:xfrm>
        </p:spPr>
        <p:txBody>
          <a:bodyPr/>
          <a:lstStyle/>
          <a:p>
            <a:r>
              <a:rPr lang="en-US" dirty="0"/>
              <a:t>“A state of being secure and free from danger or harm; the actions taken to make someone or something secure.” </a:t>
            </a:r>
          </a:p>
          <a:p>
            <a:pPr marL="342900" indent="-342900">
              <a:spcBef>
                <a:spcPts val="62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sz="2600" kern="0" dirty="0">
                <a:solidFill>
                  <a:srgbClr val="222222"/>
                </a:solidFill>
                <a:cs typeface="Arial" charset="0"/>
              </a:rPr>
              <a:t>A successful organization should have multiple layers of security in place to protect: </a:t>
            </a:r>
          </a:p>
          <a:p>
            <a:pPr marL="742950" lvl="1" indent="-285750">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kern="0" dirty="0">
                <a:solidFill>
                  <a:srgbClr val="222222"/>
                </a:solidFill>
                <a:cs typeface="Arial" charset="0"/>
              </a:rPr>
              <a:t>Operations</a:t>
            </a:r>
          </a:p>
          <a:p>
            <a:pPr marL="742950" lvl="1" indent="-285750">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kern="0" dirty="0">
                <a:solidFill>
                  <a:srgbClr val="222222"/>
                </a:solidFill>
                <a:cs typeface="Arial" charset="0"/>
              </a:rPr>
              <a:t>Physical Infrastructure</a:t>
            </a:r>
          </a:p>
          <a:p>
            <a:pPr marL="742950" lvl="1" indent="-285750">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kern="0" dirty="0">
                <a:solidFill>
                  <a:srgbClr val="222222"/>
                </a:solidFill>
                <a:cs typeface="Arial" charset="0"/>
              </a:rPr>
              <a:t>People</a:t>
            </a:r>
          </a:p>
          <a:p>
            <a:pPr marL="742950" lvl="1" indent="-285750">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kern="0" dirty="0">
                <a:solidFill>
                  <a:srgbClr val="222222"/>
                </a:solidFill>
                <a:cs typeface="Arial" charset="0"/>
              </a:rPr>
              <a:t>Functions</a:t>
            </a:r>
          </a:p>
          <a:p>
            <a:pPr marL="742950" lvl="1" indent="-285750">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kern="0" dirty="0">
                <a:solidFill>
                  <a:srgbClr val="222222"/>
                </a:solidFill>
                <a:cs typeface="Arial" charset="0"/>
              </a:rPr>
              <a:t>Communications</a:t>
            </a:r>
          </a:p>
          <a:p>
            <a:pPr marL="742950" lvl="1" indent="-285750">
              <a:spcBef>
                <a:spcPts val="575"/>
              </a:spcBef>
              <a:buFontTx/>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ltLang="en-US" kern="0" dirty="0">
                <a:solidFill>
                  <a:srgbClr val="222222"/>
                </a:solidFill>
                <a:cs typeface="Arial" charset="0"/>
              </a:rPr>
              <a:t>Information</a:t>
            </a:r>
          </a:p>
          <a:p>
            <a:endParaRPr lang="en-US" dirty="0"/>
          </a:p>
        </p:txBody>
      </p:sp>
      <mc:AlternateContent xmlns:mc="http://schemas.openxmlformats.org/markup-compatibility/2006">
        <mc:Choice xmlns:p14="http://schemas.microsoft.com/office/powerpoint/2010/main" xmlns:aink="http://schemas.microsoft.com/office/drawing/2016/ink" Requires="p14 aink">
          <p:contentPart p14:bwMode="auto" r:id="rId4">
            <p14:nvContentPartPr>
              <p14:cNvPr id="2" name="Ink 1">
                <a:extLst>
                  <a:ext uri="{FF2B5EF4-FFF2-40B4-BE49-F238E27FC236}">
                    <a16:creationId xmlns:a16="http://schemas.microsoft.com/office/drawing/2014/main" id="{0F3C24D6-D13B-84A2-48C9-51F13608BB4E}"/>
                  </a:ext>
                </a:extLst>
              </p14:cNvPr>
              <p14:cNvContentPartPr/>
              <p14:nvPr/>
            </p14:nvContentPartPr>
            <p14:xfrm>
              <a:off x="1194971" y="1526776"/>
              <a:ext cx="2846520" cy="32040"/>
            </p14:xfrm>
          </p:contentPart>
        </mc:Choice>
        <mc:Fallback>
          <p:pic>
            <p:nvPicPr>
              <p:cNvPr id="2" name="Ink 1">
                <a:extLst>
                  <a:ext uri="{FF2B5EF4-FFF2-40B4-BE49-F238E27FC236}">
                    <a16:creationId xmlns:a16="http://schemas.microsoft.com/office/drawing/2014/main" id="{0F3C24D6-D13B-84A2-48C9-51F13608BB4E}"/>
                  </a:ext>
                </a:extLst>
              </p:cNvPr>
              <p:cNvPicPr/>
              <p:nvPr/>
            </p:nvPicPr>
            <p:blipFill>
              <a:blip r:embed="rId5"/>
              <a:stretch>
                <a:fillRect/>
              </a:stretch>
            </p:blipFill>
            <p:spPr>
              <a:xfrm>
                <a:off x="1185971" y="1518136"/>
                <a:ext cx="2864160" cy="496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4" name="Ink 3">
                <a:extLst>
                  <a:ext uri="{FF2B5EF4-FFF2-40B4-BE49-F238E27FC236}">
                    <a16:creationId xmlns:a16="http://schemas.microsoft.com/office/drawing/2014/main" id="{33D95BFC-29CC-894E-7F6B-DB5870DD3DEC}"/>
                  </a:ext>
                </a:extLst>
              </p14:cNvPr>
              <p14:cNvContentPartPr/>
              <p14:nvPr/>
            </p14:nvContentPartPr>
            <p14:xfrm>
              <a:off x="4582211" y="1621096"/>
              <a:ext cx="3553920" cy="41400"/>
            </p14:xfrm>
          </p:contentPart>
        </mc:Choice>
        <mc:Fallback>
          <p:pic>
            <p:nvPicPr>
              <p:cNvPr id="4" name="Ink 3">
                <a:extLst>
                  <a:ext uri="{FF2B5EF4-FFF2-40B4-BE49-F238E27FC236}">
                    <a16:creationId xmlns:a16="http://schemas.microsoft.com/office/drawing/2014/main" id="{33D95BFC-29CC-894E-7F6B-DB5870DD3DEC}"/>
                  </a:ext>
                </a:extLst>
              </p:cNvPr>
              <p:cNvPicPr/>
              <p:nvPr/>
            </p:nvPicPr>
            <p:blipFill>
              <a:blip r:embed="rId7"/>
              <a:stretch>
                <a:fillRect/>
              </a:stretch>
            </p:blipFill>
            <p:spPr>
              <a:xfrm>
                <a:off x="4573211" y="1612096"/>
                <a:ext cx="3571560" cy="590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5" name="Ink 4">
                <a:extLst>
                  <a:ext uri="{FF2B5EF4-FFF2-40B4-BE49-F238E27FC236}">
                    <a16:creationId xmlns:a16="http://schemas.microsoft.com/office/drawing/2014/main" id="{BF301621-A946-F4F1-06CA-D746BD6A6CED}"/>
                  </a:ext>
                </a:extLst>
              </p14:cNvPr>
              <p14:cNvContentPartPr/>
              <p14:nvPr/>
            </p14:nvContentPartPr>
            <p14:xfrm>
              <a:off x="1194971" y="3615496"/>
              <a:ext cx="1767960" cy="11160"/>
            </p14:xfrm>
          </p:contentPart>
        </mc:Choice>
        <mc:Fallback>
          <p:pic>
            <p:nvPicPr>
              <p:cNvPr id="5" name="Ink 4">
                <a:extLst>
                  <a:ext uri="{FF2B5EF4-FFF2-40B4-BE49-F238E27FC236}">
                    <a16:creationId xmlns:a16="http://schemas.microsoft.com/office/drawing/2014/main" id="{BF301621-A946-F4F1-06CA-D746BD6A6CED}"/>
                  </a:ext>
                </a:extLst>
              </p:cNvPr>
              <p:cNvPicPr/>
              <p:nvPr/>
            </p:nvPicPr>
            <p:blipFill>
              <a:blip r:embed="rId9"/>
              <a:stretch>
                <a:fillRect/>
              </a:stretch>
            </p:blipFill>
            <p:spPr>
              <a:xfrm>
                <a:off x="1185971" y="3606856"/>
                <a:ext cx="1785600" cy="288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6" name="Ink 5">
                <a:extLst>
                  <a:ext uri="{FF2B5EF4-FFF2-40B4-BE49-F238E27FC236}">
                    <a16:creationId xmlns:a16="http://schemas.microsoft.com/office/drawing/2014/main" id="{875E72C8-02F8-3129-C8AB-55D33E4D0479}"/>
                  </a:ext>
                </a:extLst>
              </p14:cNvPr>
              <p14:cNvContentPartPr/>
              <p14:nvPr/>
            </p14:nvContentPartPr>
            <p14:xfrm>
              <a:off x="1277771" y="3988096"/>
              <a:ext cx="3166200" cy="85320"/>
            </p14:xfrm>
          </p:contentPart>
        </mc:Choice>
        <mc:Fallback>
          <p:pic>
            <p:nvPicPr>
              <p:cNvPr id="6" name="Ink 5">
                <a:extLst>
                  <a:ext uri="{FF2B5EF4-FFF2-40B4-BE49-F238E27FC236}">
                    <a16:creationId xmlns:a16="http://schemas.microsoft.com/office/drawing/2014/main" id="{875E72C8-02F8-3129-C8AB-55D33E4D0479}"/>
                  </a:ext>
                </a:extLst>
              </p:cNvPr>
              <p:cNvPicPr/>
              <p:nvPr/>
            </p:nvPicPr>
            <p:blipFill>
              <a:blip r:embed="rId11"/>
              <a:stretch>
                <a:fillRect/>
              </a:stretch>
            </p:blipFill>
            <p:spPr>
              <a:xfrm>
                <a:off x="1269131" y="3979456"/>
                <a:ext cx="3183840" cy="1029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2">
            <p14:nvContentPartPr>
              <p14:cNvPr id="7" name="Ink 6">
                <a:extLst>
                  <a:ext uri="{FF2B5EF4-FFF2-40B4-BE49-F238E27FC236}">
                    <a16:creationId xmlns:a16="http://schemas.microsoft.com/office/drawing/2014/main" id="{3B01AB92-F717-EBD3-01AA-4D8F69239C4C}"/>
                  </a:ext>
                </a:extLst>
              </p14:cNvPr>
              <p14:cNvContentPartPr/>
              <p14:nvPr/>
            </p14:nvContentPartPr>
            <p14:xfrm>
              <a:off x="1153211" y="4676056"/>
              <a:ext cx="1227960" cy="31680"/>
            </p14:xfrm>
          </p:contentPart>
        </mc:Choice>
        <mc:Fallback>
          <p:pic>
            <p:nvPicPr>
              <p:cNvPr id="7" name="Ink 6">
                <a:extLst>
                  <a:ext uri="{FF2B5EF4-FFF2-40B4-BE49-F238E27FC236}">
                    <a16:creationId xmlns:a16="http://schemas.microsoft.com/office/drawing/2014/main" id="{3B01AB92-F717-EBD3-01AA-4D8F69239C4C}"/>
                  </a:ext>
                </a:extLst>
              </p:cNvPr>
              <p:cNvPicPr/>
              <p:nvPr/>
            </p:nvPicPr>
            <p:blipFill>
              <a:blip r:embed="rId13"/>
              <a:stretch>
                <a:fillRect/>
              </a:stretch>
            </p:blipFill>
            <p:spPr>
              <a:xfrm>
                <a:off x="1144571" y="4667056"/>
                <a:ext cx="1245600" cy="493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4">
            <p14:nvContentPartPr>
              <p14:cNvPr id="8" name="Ink 7">
                <a:extLst>
                  <a:ext uri="{FF2B5EF4-FFF2-40B4-BE49-F238E27FC236}">
                    <a16:creationId xmlns:a16="http://schemas.microsoft.com/office/drawing/2014/main" id="{A11A7C2D-5466-BDBF-83C0-8B885F045566}"/>
                  </a:ext>
                </a:extLst>
              </p14:cNvPr>
              <p14:cNvContentPartPr/>
              <p14:nvPr/>
            </p14:nvContentPartPr>
            <p14:xfrm>
              <a:off x="1163651" y="5081056"/>
              <a:ext cx="1924920" cy="54000"/>
            </p14:xfrm>
          </p:contentPart>
        </mc:Choice>
        <mc:Fallback>
          <p:pic>
            <p:nvPicPr>
              <p:cNvPr id="8" name="Ink 7">
                <a:extLst>
                  <a:ext uri="{FF2B5EF4-FFF2-40B4-BE49-F238E27FC236}">
                    <a16:creationId xmlns:a16="http://schemas.microsoft.com/office/drawing/2014/main" id="{A11A7C2D-5466-BDBF-83C0-8B885F045566}"/>
                  </a:ext>
                </a:extLst>
              </p:cNvPr>
              <p:cNvPicPr/>
              <p:nvPr/>
            </p:nvPicPr>
            <p:blipFill>
              <a:blip r:embed="rId15"/>
              <a:stretch>
                <a:fillRect/>
              </a:stretch>
            </p:blipFill>
            <p:spPr>
              <a:xfrm>
                <a:off x="1154651" y="5072056"/>
                <a:ext cx="1942560" cy="716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6">
            <p14:nvContentPartPr>
              <p14:cNvPr id="9" name="Ink 8">
                <a:extLst>
                  <a:ext uri="{FF2B5EF4-FFF2-40B4-BE49-F238E27FC236}">
                    <a16:creationId xmlns:a16="http://schemas.microsoft.com/office/drawing/2014/main" id="{5B451B3F-2879-762A-94D1-7A184220294C}"/>
                  </a:ext>
                </a:extLst>
              </p14:cNvPr>
              <p14:cNvContentPartPr/>
              <p14:nvPr/>
            </p14:nvContentPartPr>
            <p14:xfrm>
              <a:off x="1392251" y="5713936"/>
              <a:ext cx="2258280" cy="42840"/>
            </p14:xfrm>
          </p:contentPart>
        </mc:Choice>
        <mc:Fallback>
          <p:pic>
            <p:nvPicPr>
              <p:cNvPr id="9" name="Ink 8">
                <a:extLst>
                  <a:ext uri="{FF2B5EF4-FFF2-40B4-BE49-F238E27FC236}">
                    <a16:creationId xmlns:a16="http://schemas.microsoft.com/office/drawing/2014/main" id="{5B451B3F-2879-762A-94D1-7A184220294C}"/>
                  </a:ext>
                </a:extLst>
              </p:cNvPr>
              <p:cNvPicPr/>
              <p:nvPr/>
            </p:nvPicPr>
            <p:blipFill>
              <a:blip r:embed="rId17"/>
              <a:stretch>
                <a:fillRect/>
              </a:stretch>
            </p:blipFill>
            <p:spPr>
              <a:xfrm>
                <a:off x="1383611" y="5705296"/>
                <a:ext cx="2275920" cy="604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8">
            <p14:nvContentPartPr>
              <p14:cNvPr id="10" name="Ink 9">
                <a:extLst>
                  <a:ext uri="{FF2B5EF4-FFF2-40B4-BE49-F238E27FC236}">
                    <a16:creationId xmlns:a16="http://schemas.microsoft.com/office/drawing/2014/main" id="{250F4E09-B0AB-3EC0-3705-CB5790B147E4}"/>
                  </a:ext>
                </a:extLst>
              </p14:cNvPr>
              <p14:cNvContentPartPr/>
              <p14:nvPr/>
            </p14:nvContentPartPr>
            <p14:xfrm>
              <a:off x="1423211" y="6149536"/>
              <a:ext cx="2169000" cy="116280"/>
            </p14:xfrm>
          </p:contentPart>
        </mc:Choice>
        <mc:Fallback>
          <p:pic>
            <p:nvPicPr>
              <p:cNvPr id="10" name="Ink 9">
                <a:extLst>
                  <a:ext uri="{FF2B5EF4-FFF2-40B4-BE49-F238E27FC236}">
                    <a16:creationId xmlns:a16="http://schemas.microsoft.com/office/drawing/2014/main" id="{250F4E09-B0AB-3EC0-3705-CB5790B147E4}"/>
                  </a:ext>
                </a:extLst>
              </p:cNvPr>
              <p:cNvPicPr/>
              <p:nvPr/>
            </p:nvPicPr>
            <p:blipFill>
              <a:blip r:embed="rId19"/>
              <a:stretch>
                <a:fillRect/>
              </a:stretch>
            </p:blipFill>
            <p:spPr>
              <a:xfrm>
                <a:off x="1414571" y="6140896"/>
                <a:ext cx="2186640" cy="1339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0">
            <p14:nvContentPartPr>
              <p14:cNvPr id="11" name="Ink 10">
                <a:extLst>
                  <a:ext uri="{FF2B5EF4-FFF2-40B4-BE49-F238E27FC236}">
                    <a16:creationId xmlns:a16="http://schemas.microsoft.com/office/drawing/2014/main" id="{2D660AAD-42C2-857F-4511-384D34225289}"/>
                  </a:ext>
                </a:extLst>
              </p14:cNvPr>
              <p14:cNvContentPartPr/>
              <p14:nvPr/>
            </p14:nvContentPartPr>
            <p14:xfrm>
              <a:off x="12365051" y="5257456"/>
              <a:ext cx="360" cy="360"/>
            </p14:xfrm>
          </p:contentPart>
        </mc:Choice>
        <mc:Fallback>
          <p:pic>
            <p:nvPicPr>
              <p:cNvPr id="11" name="Ink 10">
                <a:extLst>
                  <a:ext uri="{FF2B5EF4-FFF2-40B4-BE49-F238E27FC236}">
                    <a16:creationId xmlns:a16="http://schemas.microsoft.com/office/drawing/2014/main" id="{2D660AAD-42C2-857F-4511-384D34225289}"/>
                  </a:ext>
                </a:extLst>
              </p:cNvPr>
              <p:cNvPicPr/>
              <p:nvPr/>
            </p:nvPicPr>
            <p:blipFill>
              <a:blip r:embed="rId21"/>
              <a:stretch>
                <a:fillRect/>
              </a:stretch>
            </p:blipFill>
            <p:spPr>
              <a:xfrm>
                <a:off x="12356411" y="5248816"/>
                <a:ext cx="18000" cy="18000"/>
              </a:xfrm>
              <a:prstGeom prst="rect">
                <a:avLst/>
              </a:prstGeom>
            </p:spPr>
          </p:pic>
        </mc:Fallback>
      </mc:AlternateContent>
    </p:spTree>
    <p:custDataLst>
      <p:tags r:id="rId1"/>
    </p:custDataLst>
    <p:extLst>
      <p:ext uri="{BB962C8B-B14F-4D97-AF65-F5344CB8AC3E}">
        <p14:creationId xmlns:p14="http://schemas.microsoft.com/office/powerpoint/2010/main" val="1160565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Security</a:t>
            </a:r>
          </a:p>
        </p:txBody>
      </p:sp>
      <p:sp>
        <p:nvSpPr>
          <p:cNvPr id="3" name="Content Placeholder 2"/>
          <p:cNvSpPr>
            <a:spLocks noGrp="1"/>
          </p:cNvSpPr>
          <p:nvPr>
            <p:ph idx="1"/>
          </p:nvPr>
        </p:nvSpPr>
        <p:spPr>
          <a:xfrm>
            <a:off x="476842" y="1392488"/>
            <a:ext cx="11241915" cy="4351338"/>
          </a:xfrm>
        </p:spPr>
        <p:txBody>
          <a:bodyPr/>
          <a:lstStyle/>
          <a:p>
            <a:r>
              <a:rPr lang="en-US" sz="2000" dirty="0"/>
              <a:t>InfoSec “The protection of information and its critical elements, including systems and hardware that use, store, and transmit that information” (CNSS). </a:t>
            </a:r>
          </a:p>
          <a:p>
            <a:r>
              <a:rPr lang="en-US" sz="2000" dirty="0"/>
              <a:t>InfoSec Includes information security management, data security, and network security.</a:t>
            </a:r>
          </a:p>
          <a:p>
            <a:r>
              <a:rPr lang="en-US" sz="2000" dirty="0"/>
              <a:t>CNSS, or Committee on National Security Systems, is a three-dimensional security model that has become a standard security model for many of today's computers and networks.</a:t>
            </a:r>
          </a:p>
          <a:p>
            <a:r>
              <a:rPr lang="en-US" sz="2000" dirty="0"/>
              <a:t>CNSS has three key security objectives: confidentiality, integrity, and availability.</a:t>
            </a:r>
          </a:p>
          <a:p>
            <a:r>
              <a:rPr lang="en-US" sz="2000" dirty="0"/>
              <a:t>C.I.A. triad (triplet) of </a:t>
            </a:r>
            <a:r>
              <a:rPr lang="en-US" sz="2000" b="1" dirty="0"/>
              <a:t>Confidentiality</a:t>
            </a:r>
            <a:r>
              <a:rPr lang="en-US" sz="2000" dirty="0"/>
              <a:t>, </a:t>
            </a:r>
            <a:r>
              <a:rPr lang="en-US" sz="2000" b="1" dirty="0"/>
              <a:t>Integrity</a:t>
            </a:r>
            <a:r>
              <a:rPr lang="en-US" sz="2000" dirty="0"/>
              <a:t>, and </a:t>
            </a:r>
            <a:r>
              <a:rPr lang="en-US" sz="2000" b="1" dirty="0"/>
              <a:t>Availability</a:t>
            </a:r>
            <a:r>
              <a:rPr lang="en-US" sz="2000" dirty="0"/>
              <a:t>:</a:t>
            </a:r>
          </a:p>
          <a:p>
            <a:pPr lvl="1"/>
            <a:r>
              <a:rPr lang="en-US" sz="2000" dirty="0"/>
              <a:t>Is a standard based on confidentiality, integrity, and availability, now viewed as inadequate.</a:t>
            </a:r>
          </a:p>
          <a:p>
            <a:pPr lvl="1"/>
            <a:r>
              <a:rPr lang="en-US" sz="2000" dirty="0"/>
              <a:t>Expanded model consists of a list of critical characteristics of information</a:t>
            </a:r>
            <a:endParaRPr lang="en-US" dirty="0"/>
          </a:p>
          <a:p>
            <a:endParaRPr lang="en-US" dirty="0"/>
          </a:p>
        </p:txBody>
      </p:sp>
      <mc:AlternateContent xmlns:mc="http://schemas.openxmlformats.org/markup-compatibility/2006">
        <mc:Choice xmlns:p14="http://schemas.microsoft.com/office/powerpoint/2010/main" xmlns:aink="http://schemas.microsoft.com/office/drawing/2016/ink" Requires="p14 aink">
          <p:contentPart p14:bwMode="auto" r:id="rId3">
            <p14:nvContentPartPr>
              <p14:cNvPr id="5" name="Ink 4">
                <a:extLst>
                  <a:ext uri="{FF2B5EF4-FFF2-40B4-BE49-F238E27FC236}">
                    <a16:creationId xmlns:a16="http://schemas.microsoft.com/office/drawing/2014/main" id="{86BE33F7-68D7-30B2-B038-AF219ED34A41}"/>
                  </a:ext>
                </a:extLst>
              </p14:cNvPr>
              <p14:cNvContentPartPr/>
              <p14:nvPr/>
            </p14:nvContentPartPr>
            <p14:xfrm>
              <a:off x="2202611" y="1766176"/>
              <a:ext cx="9456840" cy="720"/>
            </p14:xfrm>
          </p:contentPart>
        </mc:Choice>
        <mc:Fallback>
          <p:pic>
            <p:nvPicPr>
              <p:cNvPr id="5" name="Ink 4">
                <a:extLst>
                  <a:ext uri="{FF2B5EF4-FFF2-40B4-BE49-F238E27FC236}">
                    <a16:creationId xmlns:a16="http://schemas.microsoft.com/office/drawing/2014/main" id="{86BE33F7-68D7-30B2-B038-AF219ED34A41}"/>
                  </a:ext>
                </a:extLst>
              </p:cNvPr>
              <p:cNvPicPr/>
              <p:nvPr/>
            </p:nvPicPr>
            <p:blipFill>
              <a:blip r:embed="rId4"/>
              <a:stretch>
                <a:fillRect/>
              </a:stretch>
            </p:blipFill>
            <p:spPr>
              <a:xfrm>
                <a:off x="2193611" y="1748176"/>
                <a:ext cx="947448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5">
            <p14:nvContentPartPr>
              <p14:cNvPr id="6" name="Ink 5">
                <a:extLst>
                  <a:ext uri="{FF2B5EF4-FFF2-40B4-BE49-F238E27FC236}">
                    <a16:creationId xmlns:a16="http://schemas.microsoft.com/office/drawing/2014/main" id="{4F56BB04-A53A-6D82-E967-C55DB6FA904A}"/>
                  </a:ext>
                </a:extLst>
              </p14:cNvPr>
              <p14:cNvContentPartPr/>
              <p14:nvPr/>
            </p14:nvContentPartPr>
            <p14:xfrm>
              <a:off x="872771" y="1973176"/>
              <a:ext cx="4895280" cy="92520"/>
            </p14:xfrm>
          </p:contentPart>
        </mc:Choice>
        <mc:Fallback>
          <p:pic>
            <p:nvPicPr>
              <p:cNvPr id="6" name="Ink 5">
                <a:extLst>
                  <a:ext uri="{FF2B5EF4-FFF2-40B4-BE49-F238E27FC236}">
                    <a16:creationId xmlns:a16="http://schemas.microsoft.com/office/drawing/2014/main" id="{4F56BB04-A53A-6D82-E967-C55DB6FA904A}"/>
                  </a:ext>
                </a:extLst>
              </p:cNvPr>
              <p:cNvPicPr/>
              <p:nvPr/>
            </p:nvPicPr>
            <p:blipFill>
              <a:blip r:embed="rId6"/>
              <a:stretch>
                <a:fillRect/>
              </a:stretch>
            </p:blipFill>
            <p:spPr>
              <a:xfrm>
                <a:off x="864131" y="1964536"/>
                <a:ext cx="4912920" cy="110160"/>
              </a:xfrm>
              <a:prstGeom prst="rect">
                <a:avLst/>
              </a:prstGeom>
            </p:spPr>
          </p:pic>
        </mc:Fallback>
      </mc:AlternateContent>
      <p:grpSp>
        <p:nvGrpSpPr>
          <p:cNvPr id="11" name="Group 10">
            <a:extLst>
              <a:ext uri="{FF2B5EF4-FFF2-40B4-BE49-F238E27FC236}">
                <a16:creationId xmlns:a16="http://schemas.microsoft.com/office/drawing/2014/main" id="{FAC8AF34-8D80-80D8-B929-0AD346955424}"/>
              </a:ext>
            </a:extLst>
          </p:cNvPr>
          <p:cNvGrpSpPr/>
          <p:nvPr/>
        </p:nvGrpSpPr>
        <p:grpSpPr>
          <a:xfrm>
            <a:off x="2587091" y="2608216"/>
            <a:ext cx="7970400" cy="63360"/>
            <a:chOff x="2587091" y="2608216"/>
            <a:chExt cx="7970400" cy="63360"/>
          </a:xfrm>
        </p:grpSpPr>
        <mc:AlternateContent xmlns:mc="http://schemas.openxmlformats.org/markup-compatibility/2006">
          <mc:Choice xmlns:p14="http://schemas.microsoft.com/office/powerpoint/2010/main" xmlns:aink="http://schemas.microsoft.com/office/drawing/2016/ink" Requires="p14 aink">
            <p:contentPart p14:bwMode="auto" r:id="rId7">
              <p14:nvContentPartPr>
                <p14:cNvPr id="7" name="Ink 6">
                  <a:extLst>
                    <a:ext uri="{FF2B5EF4-FFF2-40B4-BE49-F238E27FC236}">
                      <a16:creationId xmlns:a16="http://schemas.microsoft.com/office/drawing/2014/main" id="{2F18EE70-1033-9968-761D-A02147F6B258}"/>
                    </a:ext>
                  </a:extLst>
                </p14:cNvPr>
                <p14:cNvContentPartPr/>
                <p14:nvPr/>
              </p14:nvContentPartPr>
              <p14:xfrm>
                <a:off x="6566891" y="2608216"/>
                <a:ext cx="1557720" cy="63360"/>
              </p14:xfrm>
            </p:contentPart>
          </mc:Choice>
          <mc:Fallback>
            <p:pic>
              <p:nvPicPr>
                <p:cNvPr id="7" name="Ink 6">
                  <a:extLst>
                    <a:ext uri="{FF2B5EF4-FFF2-40B4-BE49-F238E27FC236}">
                      <a16:creationId xmlns:a16="http://schemas.microsoft.com/office/drawing/2014/main" id="{2F18EE70-1033-9968-761D-A02147F6B258}"/>
                    </a:ext>
                  </a:extLst>
                </p:cNvPr>
                <p:cNvPicPr/>
                <p:nvPr/>
              </p:nvPicPr>
              <p:blipFill>
                <a:blip r:embed="rId8"/>
                <a:stretch>
                  <a:fillRect/>
                </a:stretch>
              </p:blipFill>
              <p:spPr>
                <a:xfrm>
                  <a:off x="6558251" y="2599216"/>
                  <a:ext cx="1575360" cy="81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9">
              <p14:nvContentPartPr>
                <p14:cNvPr id="8" name="Ink 7">
                  <a:extLst>
                    <a:ext uri="{FF2B5EF4-FFF2-40B4-BE49-F238E27FC236}">
                      <a16:creationId xmlns:a16="http://schemas.microsoft.com/office/drawing/2014/main" id="{E805E6D2-21A4-AAAB-EDCB-1B86EB0A11FE}"/>
                    </a:ext>
                  </a:extLst>
                </p14:cNvPr>
                <p14:cNvContentPartPr/>
                <p14:nvPr/>
              </p14:nvContentPartPr>
              <p14:xfrm>
                <a:off x="8666051" y="2659696"/>
                <a:ext cx="1891440" cy="360"/>
              </p14:xfrm>
            </p:contentPart>
          </mc:Choice>
          <mc:Fallback>
            <p:pic>
              <p:nvPicPr>
                <p:cNvPr id="8" name="Ink 7">
                  <a:extLst>
                    <a:ext uri="{FF2B5EF4-FFF2-40B4-BE49-F238E27FC236}">
                      <a16:creationId xmlns:a16="http://schemas.microsoft.com/office/drawing/2014/main" id="{E805E6D2-21A4-AAAB-EDCB-1B86EB0A11FE}"/>
                    </a:ext>
                  </a:extLst>
                </p:cNvPr>
                <p:cNvPicPr/>
                <p:nvPr/>
              </p:nvPicPr>
              <p:blipFill>
                <a:blip r:embed="rId10"/>
                <a:stretch>
                  <a:fillRect/>
                </a:stretch>
              </p:blipFill>
              <p:spPr>
                <a:xfrm>
                  <a:off x="8657411" y="2651056"/>
                  <a:ext cx="1909080" cy="18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1">
              <p14:nvContentPartPr>
                <p14:cNvPr id="10" name="Ink 9">
                  <a:extLst>
                    <a:ext uri="{FF2B5EF4-FFF2-40B4-BE49-F238E27FC236}">
                      <a16:creationId xmlns:a16="http://schemas.microsoft.com/office/drawing/2014/main" id="{F5FA98CF-DB02-6238-E8F6-4A63C099260C}"/>
                    </a:ext>
                  </a:extLst>
                </p14:cNvPr>
                <p14:cNvContentPartPr/>
                <p14:nvPr/>
              </p14:nvContentPartPr>
              <p14:xfrm>
                <a:off x="2587091" y="2628376"/>
                <a:ext cx="3864240" cy="31680"/>
              </p14:xfrm>
            </p:contentPart>
          </mc:Choice>
          <mc:Fallback>
            <p:pic>
              <p:nvPicPr>
                <p:cNvPr id="10" name="Ink 9">
                  <a:extLst>
                    <a:ext uri="{FF2B5EF4-FFF2-40B4-BE49-F238E27FC236}">
                      <a16:creationId xmlns:a16="http://schemas.microsoft.com/office/drawing/2014/main" id="{F5FA98CF-DB02-6238-E8F6-4A63C099260C}"/>
                    </a:ext>
                  </a:extLst>
                </p:cNvPr>
                <p:cNvPicPr/>
                <p:nvPr/>
              </p:nvPicPr>
              <p:blipFill>
                <a:blip r:embed="rId12"/>
                <a:stretch>
                  <a:fillRect/>
                </a:stretch>
              </p:blipFill>
              <p:spPr>
                <a:xfrm>
                  <a:off x="2578451" y="2619736"/>
                  <a:ext cx="3881880" cy="49320"/>
                </a:xfrm>
                <a:prstGeom prst="rect">
                  <a:avLst/>
                </a:prstGeom>
              </p:spPr>
            </p:pic>
          </mc:Fallback>
        </mc:AlternateContent>
      </p:grpSp>
    </p:spTree>
    <p:extLst>
      <p:ext uri="{BB962C8B-B14F-4D97-AF65-F5344CB8AC3E}">
        <p14:creationId xmlns:p14="http://schemas.microsoft.com/office/powerpoint/2010/main" val="2402431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Knowledge Check Activity 1</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pPr marL="0" indent="0">
              <a:buNone/>
            </a:pPr>
            <a:r>
              <a:rPr lang="en-US" dirty="0"/>
              <a:t>What is security?</a:t>
            </a:r>
          </a:p>
          <a:p>
            <a:pPr marL="457200" indent="-457200">
              <a:buFont typeface="+mj-lt"/>
              <a:buAutoNum type="alphaLcPeriod"/>
            </a:pPr>
            <a:r>
              <a:rPr lang="en-US" dirty="0"/>
              <a:t>Freedom from fear</a:t>
            </a:r>
          </a:p>
          <a:p>
            <a:pPr marL="457200" indent="-457200">
              <a:buFont typeface="+mj-lt"/>
              <a:buAutoNum type="alphaLcPeriod"/>
            </a:pPr>
            <a:r>
              <a:rPr lang="en-US" dirty="0"/>
              <a:t>Protection from loss</a:t>
            </a:r>
          </a:p>
          <a:p>
            <a:pPr marL="457200" indent="-457200">
              <a:buFont typeface="+mj-lt"/>
              <a:buAutoNum type="alphaLcPeriod"/>
            </a:pPr>
            <a:r>
              <a:rPr lang="en-US" dirty="0"/>
              <a:t>Keeping secrets</a:t>
            </a:r>
          </a:p>
          <a:p>
            <a:pPr marL="457200" indent="-457200">
              <a:buFont typeface="+mj-lt"/>
              <a:buAutoNum type="alphaLcPeriod"/>
            </a:pPr>
            <a:r>
              <a:rPr lang="en-US" dirty="0"/>
              <a:t>Being secure and free from danger</a:t>
            </a:r>
          </a:p>
        </p:txBody>
      </p:sp>
    </p:spTree>
    <p:custDataLst>
      <p:tags r:id="rId1"/>
    </p:custDataLst>
    <p:extLst>
      <p:ext uri="{BB962C8B-B14F-4D97-AF65-F5344CB8AC3E}">
        <p14:creationId xmlns:p14="http://schemas.microsoft.com/office/powerpoint/2010/main" val="1764356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Knowledge Check Activity 1: Answer</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pPr marL="0" indent="0">
              <a:buNone/>
            </a:pPr>
            <a:r>
              <a:rPr lang="en-US" dirty="0"/>
              <a:t>What is security?</a:t>
            </a:r>
          </a:p>
          <a:p>
            <a:pPr marL="0" indent="0">
              <a:buNone/>
            </a:pPr>
            <a:endParaRPr lang="en-US" dirty="0"/>
          </a:p>
          <a:p>
            <a:pPr marL="0" indent="0">
              <a:buNone/>
            </a:pPr>
            <a:r>
              <a:rPr lang="en-US" b="1" dirty="0"/>
              <a:t>Answer: D. Being secure and free from danger</a:t>
            </a:r>
            <a:endParaRPr lang="en-US" dirty="0"/>
          </a:p>
          <a:p>
            <a:pPr marL="0" indent="0">
              <a:buNone/>
            </a:pPr>
            <a:r>
              <a:rPr lang="en-US" dirty="0"/>
              <a:t>Only this answer is complete. Fear has little to do with security; many are fearful even when secure. Security does not mean losses cannot occur, just that they are planned for and survivable. Confidentiality (secrets) is just one of the three key aspects of security.</a:t>
            </a:r>
          </a:p>
        </p:txBody>
      </p:sp>
    </p:spTree>
    <p:custDataLst>
      <p:tags r:id="rId1"/>
    </p:custDataLst>
    <p:extLst>
      <p:ext uri="{BB962C8B-B14F-4D97-AF65-F5344CB8AC3E}">
        <p14:creationId xmlns:p14="http://schemas.microsoft.com/office/powerpoint/2010/main" val="3572504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nchor="t">
            <a:normAutofit/>
          </a:bodyPr>
          <a:lstStyle/>
          <a:p>
            <a:r>
              <a:rPr lang="en-US" dirty="0"/>
              <a:t>Components of Information Security</a:t>
            </a:r>
          </a:p>
        </p:txBody>
      </p:sp>
      <p:pic>
        <p:nvPicPr>
          <p:cNvPr id="6" name="Content Placeholder 5" descr="Figure 1-5: Components of information security. A picture of a stylized neoclassical building, with columns on stairs supporting a roof. There are three columns, each labeled, with another label below it on the stairs. The left column is labeled computer security, and below it is the label confidentiality. The middle column is labeled data security , and below it is the label integrity. The right column is labeled Network Security, and below it is the label Availability. The roof is a flat cornice, supporting a triangular tympanum, on top of which is a slanted roof. The cornice is labeled policy, the tympanum is labeled management of information security, and the roof is labeled information security on the left and governance on the right.">
            <a:extLst>
              <a:ext uri="{FF2B5EF4-FFF2-40B4-BE49-F238E27FC236}">
                <a16:creationId xmlns:a16="http://schemas.microsoft.com/office/drawing/2014/main" id="{4A3C8F10-5DBB-4C52-BD6D-E13835E0EA8E}"/>
              </a:ext>
            </a:extLst>
          </p:cNvPr>
          <p:cNvPicPr>
            <a:picLocks noGrp="1" noChangeAspect="1"/>
          </p:cNvPicPr>
          <p:nvPr>
            <p:ph idx="1"/>
          </p:nvPr>
        </p:nvPicPr>
        <p:blipFill>
          <a:blip r:embed="rId4" cstate="email">
            <a:extLst>
              <a:ext uri="{28A0092B-C50C-407E-A947-70E740481C1C}">
                <a14:useLocalDpi xmlns:a14="http://schemas.microsoft.com/office/drawing/2010/main"/>
              </a:ext>
            </a:extLst>
          </a:blip>
          <a:stretch>
            <a:fillRect/>
          </a:stretch>
        </p:blipFill>
        <p:spPr>
          <a:xfrm>
            <a:off x="2871537" y="1138989"/>
            <a:ext cx="6208295" cy="5037974"/>
          </a:xfrm>
          <a:noFill/>
        </p:spPr>
      </p:pic>
    </p:spTree>
    <p:custDataLst>
      <p:tags r:id="rId1"/>
    </p:custDataLst>
    <p:extLst>
      <p:ext uri="{BB962C8B-B14F-4D97-AF65-F5344CB8AC3E}">
        <p14:creationId xmlns:p14="http://schemas.microsoft.com/office/powerpoint/2010/main" val="656257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nchor="t">
            <a:normAutofit/>
          </a:bodyPr>
          <a:lstStyle/>
          <a:p>
            <a:r>
              <a:rPr lang="en-US" dirty="0"/>
              <a:t>The C.I.A. Triad</a:t>
            </a:r>
          </a:p>
        </p:txBody>
      </p:sp>
      <p:pic>
        <p:nvPicPr>
          <p:cNvPr id="5" name="Content Placeholder 4" descr="Figure 1-6. The C I A triad. A triangular shaped optical illusion, where the sides do not quite line up in three dimensions. They are labeled Confidentiality, Integrity, and Availability. In the center of the triangle is the text Data and Services.">
            <a:extLst>
              <a:ext uri="{FF2B5EF4-FFF2-40B4-BE49-F238E27FC236}">
                <a16:creationId xmlns:a16="http://schemas.microsoft.com/office/drawing/2014/main" id="{0C391A87-34B1-4916-B60F-2B88B06746A1}"/>
              </a:ext>
            </a:extLst>
          </p:cNvPr>
          <p:cNvPicPr>
            <a:picLocks noGrp="1" noChangeAspect="1"/>
          </p:cNvPicPr>
          <p:nvPr>
            <p:ph idx="1"/>
          </p:nvPr>
        </p:nvPicPr>
        <p:blipFill>
          <a:blip r:embed="rId4" cstate="email">
            <a:extLst>
              <a:ext uri="{28A0092B-C50C-407E-A947-70E740481C1C}">
                <a14:useLocalDpi xmlns:a14="http://schemas.microsoft.com/office/drawing/2010/main"/>
              </a:ext>
            </a:extLst>
          </a:blip>
          <a:stretch>
            <a:fillRect/>
          </a:stretch>
        </p:blipFill>
        <p:spPr>
          <a:xfrm>
            <a:off x="3478212" y="1829594"/>
            <a:ext cx="5238750" cy="4343400"/>
          </a:xfrm>
          <a:noFill/>
        </p:spPr>
      </p:pic>
    </p:spTree>
    <p:custDataLst>
      <p:tags r:id="rId1"/>
    </p:custDataLst>
    <p:extLst>
      <p:ext uri="{BB962C8B-B14F-4D97-AF65-F5344CB8AC3E}">
        <p14:creationId xmlns:p14="http://schemas.microsoft.com/office/powerpoint/2010/main" val="435803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11A66-02F0-470C-A704-E05BE47DA687}"/>
              </a:ext>
            </a:extLst>
          </p:cNvPr>
          <p:cNvSpPr>
            <a:spLocks noGrp="1"/>
          </p:cNvSpPr>
          <p:nvPr>
            <p:ph type="title"/>
          </p:nvPr>
        </p:nvSpPr>
        <p:spPr/>
        <p:txBody>
          <a:bodyPr/>
          <a:lstStyle/>
          <a:p>
            <a:r>
              <a:rPr lang="en-US" dirty="0"/>
              <a:t>Key Information Security Concepts</a:t>
            </a:r>
          </a:p>
        </p:txBody>
      </p:sp>
      <p:sp>
        <p:nvSpPr>
          <p:cNvPr id="4" name="Content Placeholder 3">
            <a:extLst>
              <a:ext uri="{FF2B5EF4-FFF2-40B4-BE49-F238E27FC236}">
                <a16:creationId xmlns:a16="http://schemas.microsoft.com/office/drawing/2014/main" id="{FEB95578-9678-4D61-9901-98A28CBD168F}"/>
              </a:ext>
            </a:extLst>
          </p:cNvPr>
          <p:cNvSpPr>
            <a:spLocks noGrp="1"/>
          </p:cNvSpPr>
          <p:nvPr>
            <p:ph sz="half" idx="1"/>
          </p:nvPr>
        </p:nvSpPr>
        <p:spPr>
          <a:xfrm>
            <a:off x="476843" y="1843314"/>
            <a:ext cx="5542957" cy="4541440"/>
          </a:xfrm>
        </p:spPr>
        <p:txBody>
          <a:bodyPr/>
          <a:lstStyle/>
          <a:p>
            <a:pPr>
              <a:spcBef>
                <a:spcPts val="600"/>
              </a:spcBef>
              <a:spcAft>
                <a:spcPts val="600"/>
              </a:spcAft>
            </a:pPr>
            <a:r>
              <a:rPr lang="en-US" dirty="0"/>
              <a:t>Access</a:t>
            </a:r>
          </a:p>
          <a:p>
            <a:pPr>
              <a:spcBef>
                <a:spcPts val="600"/>
              </a:spcBef>
              <a:spcAft>
                <a:spcPts val="600"/>
              </a:spcAft>
            </a:pPr>
            <a:r>
              <a:rPr lang="en-US" dirty="0"/>
              <a:t>Asset</a:t>
            </a:r>
          </a:p>
          <a:p>
            <a:pPr>
              <a:spcBef>
                <a:spcPts val="600"/>
              </a:spcBef>
              <a:spcAft>
                <a:spcPts val="600"/>
              </a:spcAft>
            </a:pPr>
            <a:r>
              <a:rPr lang="en-US" dirty="0"/>
              <a:t>Attack </a:t>
            </a:r>
          </a:p>
          <a:p>
            <a:pPr>
              <a:spcBef>
                <a:spcPts val="600"/>
              </a:spcBef>
              <a:spcAft>
                <a:spcPts val="600"/>
              </a:spcAft>
            </a:pPr>
            <a:r>
              <a:rPr lang="en-US" dirty="0"/>
              <a:t>Control, safeguard, or countermeasure</a:t>
            </a:r>
          </a:p>
          <a:p>
            <a:pPr>
              <a:spcBef>
                <a:spcPts val="600"/>
              </a:spcBef>
              <a:spcAft>
                <a:spcPts val="600"/>
              </a:spcAft>
            </a:pPr>
            <a:r>
              <a:rPr lang="en-US" dirty="0"/>
              <a:t>Exploit</a:t>
            </a:r>
          </a:p>
          <a:p>
            <a:pPr>
              <a:spcBef>
                <a:spcPts val="600"/>
              </a:spcBef>
              <a:spcAft>
                <a:spcPts val="600"/>
              </a:spcAft>
            </a:pPr>
            <a:r>
              <a:rPr lang="en-US" dirty="0"/>
              <a:t>Exposure</a:t>
            </a:r>
          </a:p>
          <a:p>
            <a:pPr>
              <a:spcBef>
                <a:spcPts val="600"/>
              </a:spcBef>
              <a:spcAft>
                <a:spcPts val="600"/>
              </a:spcAft>
            </a:pPr>
            <a:r>
              <a:rPr lang="en-US" dirty="0"/>
              <a:t>Loss</a:t>
            </a:r>
          </a:p>
        </p:txBody>
      </p:sp>
      <p:sp>
        <p:nvSpPr>
          <p:cNvPr id="6" name="Content Placeholder 5">
            <a:extLst>
              <a:ext uri="{FF2B5EF4-FFF2-40B4-BE49-F238E27FC236}">
                <a16:creationId xmlns:a16="http://schemas.microsoft.com/office/drawing/2014/main" id="{DC5B59B3-E0CF-4C6A-BB89-4B14B27CE21F}"/>
              </a:ext>
            </a:extLst>
          </p:cNvPr>
          <p:cNvSpPr>
            <a:spLocks noGrp="1"/>
          </p:cNvSpPr>
          <p:nvPr>
            <p:ph sz="half" idx="2"/>
          </p:nvPr>
        </p:nvSpPr>
        <p:spPr>
          <a:xfrm>
            <a:off x="6172200" y="1843315"/>
            <a:ext cx="5542956" cy="4541440"/>
          </a:xfrm>
        </p:spPr>
        <p:txBody>
          <a:bodyPr/>
          <a:lstStyle/>
          <a:p>
            <a:pPr>
              <a:spcBef>
                <a:spcPts val="600"/>
              </a:spcBef>
              <a:spcAft>
                <a:spcPts val="600"/>
              </a:spcAft>
            </a:pPr>
            <a:r>
              <a:rPr lang="en-US" dirty="0"/>
              <a:t>Protection profile or security posture</a:t>
            </a:r>
          </a:p>
          <a:p>
            <a:pPr>
              <a:spcBef>
                <a:spcPts val="600"/>
              </a:spcBef>
              <a:spcAft>
                <a:spcPts val="600"/>
              </a:spcAft>
            </a:pPr>
            <a:r>
              <a:rPr lang="en-US" dirty="0"/>
              <a:t>Risk</a:t>
            </a:r>
          </a:p>
          <a:p>
            <a:pPr>
              <a:spcBef>
                <a:spcPts val="600"/>
              </a:spcBef>
              <a:spcAft>
                <a:spcPts val="600"/>
              </a:spcAft>
            </a:pPr>
            <a:r>
              <a:rPr lang="en-US" dirty="0"/>
              <a:t>Subjects and objects</a:t>
            </a:r>
          </a:p>
          <a:p>
            <a:pPr>
              <a:spcBef>
                <a:spcPts val="600"/>
              </a:spcBef>
              <a:spcAft>
                <a:spcPts val="600"/>
              </a:spcAft>
            </a:pPr>
            <a:r>
              <a:rPr lang="en-US" dirty="0"/>
              <a:t>Threat</a:t>
            </a:r>
          </a:p>
          <a:p>
            <a:pPr>
              <a:spcBef>
                <a:spcPts val="600"/>
              </a:spcBef>
              <a:spcAft>
                <a:spcPts val="600"/>
              </a:spcAft>
            </a:pPr>
            <a:r>
              <a:rPr lang="en-US" dirty="0"/>
              <a:t>Threat agent</a:t>
            </a:r>
          </a:p>
          <a:p>
            <a:pPr>
              <a:spcBef>
                <a:spcPts val="600"/>
              </a:spcBef>
              <a:spcAft>
                <a:spcPts val="600"/>
              </a:spcAft>
            </a:pPr>
            <a:r>
              <a:rPr lang="en-US" dirty="0"/>
              <a:t>Threat event </a:t>
            </a:r>
          </a:p>
          <a:p>
            <a:pPr>
              <a:spcBef>
                <a:spcPts val="600"/>
              </a:spcBef>
              <a:spcAft>
                <a:spcPts val="600"/>
              </a:spcAft>
            </a:pPr>
            <a:r>
              <a:rPr lang="en-US" dirty="0"/>
              <a:t>Threat source</a:t>
            </a:r>
          </a:p>
          <a:p>
            <a:pPr>
              <a:spcBef>
                <a:spcPts val="600"/>
              </a:spcBef>
              <a:spcAft>
                <a:spcPts val="600"/>
              </a:spcAft>
            </a:pPr>
            <a:r>
              <a:rPr lang="en-US" dirty="0"/>
              <a:t>Vulnerability</a:t>
            </a:r>
          </a:p>
        </p:txBody>
      </p:sp>
    </p:spTree>
    <p:extLst>
      <p:ext uri="{BB962C8B-B14F-4D97-AF65-F5344CB8AC3E}">
        <p14:creationId xmlns:p14="http://schemas.microsoft.com/office/powerpoint/2010/main" val="2749631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76843" y="473246"/>
            <a:ext cx="11241915" cy="874292"/>
          </a:xfrm>
        </p:spPr>
        <p:txBody>
          <a:bodyPr/>
          <a:lstStyle/>
          <a:p>
            <a:r>
              <a:rPr lang="en-US" dirty="0"/>
              <a:t>Key Concepts</a:t>
            </a:r>
          </a:p>
        </p:txBody>
      </p:sp>
      <p:sp>
        <p:nvSpPr>
          <p:cNvPr id="8" name="Content Placeholder 7"/>
          <p:cNvSpPr>
            <a:spLocks noGrp="1"/>
          </p:cNvSpPr>
          <p:nvPr>
            <p:ph idx="1"/>
          </p:nvPr>
        </p:nvSpPr>
        <p:spPr>
          <a:xfrm>
            <a:off x="476843" y="1347538"/>
            <a:ext cx="11241915" cy="4351338"/>
          </a:xfrm>
        </p:spPr>
        <p:txBody>
          <a:bodyPr/>
          <a:lstStyle/>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a:cs typeface="Lucida Sans Unicode" panose="020B0602030504020204" pitchFamily="34" charset="0"/>
              </a:rPr>
              <a:t>Access</a:t>
            </a:r>
            <a:r>
              <a:rPr lang="en-GB" altLang="en-US" dirty="0">
                <a:cs typeface="Lucida Sans Unicode" panose="020B0602030504020204" pitchFamily="34" charset="0"/>
              </a:rPr>
              <a:t>—a subject or object’s (e.g., user) ability to use, manipulate, modify, or affect another subject or object (e.g., data).</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a:cs typeface="Lucida Sans Unicode" panose="020B0602030504020204" pitchFamily="34" charset="0"/>
              </a:rPr>
              <a:t>Asset</a:t>
            </a:r>
            <a:r>
              <a:rPr lang="en-GB" altLang="en-US" dirty="0">
                <a:cs typeface="Lucida Sans Unicode" panose="020B0602030504020204" pitchFamily="34" charset="0"/>
              </a:rPr>
              <a:t>—the organizational resource that is being protected such as information and systems that support it</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a:cs typeface="Lucida Sans Unicode" panose="020B0602030504020204" pitchFamily="34" charset="0"/>
              </a:rPr>
              <a:t>Attack</a:t>
            </a:r>
            <a:r>
              <a:rPr lang="en-GB" altLang="en-US" dirty="0">
                <a:cs typeface="Lucida Sans Unicode" panose="020B0602030504020204" pitchFamily="34" charset="0"/>
              </a:rPr>
              <a:t>—an intentional or unintentional </a:t>
            </a:r>
            <a:r>
              <a:rPr lang="en-GB" altLang="en-US" b="1" dirty="0">
                <a:cs typeface="Lucida Sans Unicode" panose="020B0602030504020204" pitchFamily="34" charset="0"/>
              </a:rPr>
              <a:t>act</a:t>
            </a:r>
            <a:r>
              <a:rPr lang="en-GB" altLang="en-US" dirty="0">
                <a:cs typeface="Lucida Sans Unicode" panose="020B0602030504020204" pitchFamily="34" charset="0"/>
              </a:rPr>
              <a:t> that can damage or otherwise </a:t>
            </a:r>
            <a:r>
              <a:rPr lang="en-GB" altLang="en-US" b="1" dirty="0">
                <a:cs typeface="Lucida Sans Unicode" panose="020B0602030504020204" pitchFamily="34" charset="0"/>
              </a:rPr>
              <a:t>compromise</a:t>
            </a:r>
            <a:r>
              <a:rPr lang="en-GB" altLang="en-US" dirty="0">
                <a:cs typeface="Lucida Sans Unicode" panose="020B0602030504020204" pitchFamily="34" charset="0"/>
              </a:rPr>
              <a:t> information and the systems that support it.</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Control, safeguard, or countermeasure—</a:t>
            </a:r>
            <a:r>
              <a:rPr lang="en-US" altLang="en-US" dirty="0">
                <a:cs typeface="Lucida Sans Unicode" panose="020B0602030504020204" pitchFamily="34" charset="0"/>
              </a:rPr>
              <a:t>Security mechanisms, policies, or procedures that can successfully counter attacks, reduce risk, resolve </a:t>
            </a:r>
            <a:r>
              <a:rPr lang="en-US" altLang="en-US" b="1" dirty="0">
                <a:cs typeface="Lucida Sans Unicode" panose="020B0602030504020204" pitchFamily="34" charset="0"/>
              </a:rPr>
              <a:t>vulnerabilities</a:t>
            </a:r>
            <a:r>
              <a:rPr lang="en-US" altLang="en-US" dirty="0">
                <a:cs typeface="Lucida Sans Unicode" panose="020B0602030504020204" pitchFamily="34" charset="0"/>
              </a:rPr>
              <a:t>, and otherwise improve security within an organization.</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a:cs typeface="Lucida Sans Unicode" panose="020B0602030504020204" pitchFamily="34" charset="0"/>
              </a:rPr>
              <a:t>Exploit</a:t>
            </a:r>
            <a:r>
              <a:rPr lang="en-GB" altLang="en-US" dirty="0">
                <a:cs typeface="Lucida Sans Unicode" panose="020B0602030504020204" pitchFamily="34" charset="0"/>
              </a:rPr>
              <a:t>—a technique used to compromise a system.</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Exposure—a condition or state of being exposed.</a:t>
            </a:r>
          </a:p>
          <a:p>
            <a:endParaRPr lang="en-US" dirty="0"/>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2" name="Ink 1">
                <a:extLst>
                  <a:ext uri="{FF2B5EF4-FFF2-40B4-BE49-F238E27FC236}">
                    <a16:creationId xmlns:a16="http://schemas.microsoft.com/office/drawing/2014/main" id="{413F85FB-81A7-507B-9B1B-6F08EC22BDEF}"/>
                  </a:ext>
                </a:extLst>
              </p14:cNvPr>
              <p14:cNvContentPartPr/>
              <p14:nvPr/>
            </p14:nvContentPartPr>
            <p14:xfrm>
              <a:off x="6556811" y="1734856"/>
              <a:ext cx="4258800" cy="167400"/>
            </p14:xfrm>
          </p:contentPart>
        </mc:Choice>
        <mc:Fallback>
          <p:pic>
            <p:nvPicPr>
              <p:cNvPr id="2" name="Ink 1">
                <a:extLst>
                  <a:ext uri="{FF2B5EF4-FFF2-40B4-BE49-F238E27FC236}">
                    <a16:creationId xmlns:a16="http://schemas.microsoft.com/office/drawing/2014/main" id="{413F85FB-81A7-507B-9B1B-6F08EC22BDEF}"/>
                  </a:ext>
                </a:extLst>
              </p:cNvPr>
              <p:cNvPicPr/>
              <p:nvPr/>
            </p:nvPicPr>
            <p:blipFill>
              <a:blip r:embed="rId3"/>
              <a:stretch>
                <a:fillRect/>
              </a:stretch>
            </p:blipFill>
            <p:spPr>
              <a:xfrm>
                <a:off x="6547811" y="1725856"/>
                <a:ext cx="4276440" cy="1850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4">
            <p14:nvContentPartPr>
              <p14:cNvPr id="4" name="Ink 3">
                <a:extLst>
                  <a:ext uri="{FF2B5EF4-FFF2-40B4-BE49-F238E27FC236}">
                    <a16:creationId xmlns:a16="http://schemas.microsoft.com/office/drawing/2014/main" id="{D044F770-8018-3F6C-0ECD-AD614EECEB49}"/>
                  </a:ext>
                </a:extLst>
              </p14:cNvPr>
              <p14:cNvContentPartPr/>
              <p14:nvPr/>
            </p14:nvContentPartPr>
            <p14:xfrm>
              <a:off x="2556131" y="2618296"/>
              <a:ext cx="3003480" cy="73080"/>
            </p14:xfrm>
          </p:contentPart>
        </mc:Choice>
        <mc:Fallback>
          <p:pic>
            <p:nvPicPr>
              <p:cNvPr id="4" name="Ink 3">
                <a:extLst>
                  <a:ext uri="{FF2B5EF4-FFF2-40B4-BE49-F238E27FC236}">
                    <a16:creationId xmlns:a16="http://schemas.microsoft.com/office/drawing/2014/main" id="{D044F770-8018-3F6C-0ECD-AD614EECEB49}"/>
                  </a:ext>
                </a:extLst>
              </p:cNvPr>
              <p:cNvPicPr/>
              <p:nvPr/>
            </p:nvPicPr>
            <p:blipFill>
              <a:blip r:embed="rId5"/>
              <a:stretch>
                <a:fillRect/>
              </a:stretch>
            </p:blipFill>
            <p:spPr>
              <a:xfrm>
                <a:off x="2547131" y="2609296"/>
                <a:ext cx="3021120" cy="907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9" name="Ink 8">
                <a:extLst>
                  <a:ext uri="{FF2B5EF4-FFF2-40B4-BE49-F238E27FC236}">
                    <a16:creationId xmlns:a16="http://schemas.microsoft.com/office/drawing/2014/main" id="{D68B2945-61B7-D7EF-492B-AB46D64BF605}"/>
                  </a:ext>
                </a:extLst>
              </p14:cNvPr>
              <p14:cNvContentPartPr/>
              <p14:nvPr/>
            </p14:nvContentPartPr>
            <p14:xfrm>
              <a:off x="2482691" y="3574096"/>
              <a:ext cx="6890760" cy="720"/>
            </p14:xfrm>
          </p:contentPart>
        </mc:Choice>
        <mc:Fallback>
          <p:pic>
            <p:nvPicPr>
              <p:cNvPr id="9" name="Ink 8">
                <a:extLst>
                  <a:ext uri="{FF2B5EF4-FFF2-40B4-BE49-F238E27FC236}">
                    <a16:creationId xmlns:a16="http://schemas.microsoft.com/office/drawing/2014/main" id="{D68B2945-61B7-D7EF-492B-AB46D64BF605}"/>
                  </a:ext>
                </a:extLst>
              </p:cNvPr>
              <p:cNvPicPr/>
              <p:nvPr/>
            </p:nvPicPr>
            <p:blipFill>
              <a:blip r:embed="rId7"/>
              <a:stretch>
                <a:fillRect/>
              </a:stretch>
            </p:blipFill>
            <p:spPr>
              <a:xfrm>
                <a:off x="2474051" y="3556096"/>
                <a:ext cx="690840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11" name="Ink 10">
                <a:extLst>
                  <a:ext uri="{FF2B5EF4-FFF2-40B4-BE49-F238E27FC236}">
                    <a16:creationId xmlns:a16="http://schemas.microsoft.com/office/drawing/2014/main" id="{6DFE0F32-EA31-A6EB-09BC-7E95FDE2D96F}"/>
                  </a:ext>
                </a:extLst>
              </p14:cNvPr>
              <p14:cNvContentPartPr/>
              <p14:nvPr/>
            </p14:nvContentPartPr>
            <p14:xfrm>
              <a:off x="810491" y="3927616"/>
              <a:ext cx="7585920" cy="720"/>
            </p14:xfrm>
          </p:contentPart>
        </mc:Choice>
        <mc:Fallback>
          <p:pic>
            <p:nvPicPr>
              <p:cNvPr id="11" name="Ink 10">
                <a:extLst>
                  <a:ext uri="{FF2B5EF4-FFF2-40B4-BE49-F238E27FC236}">
                    <a16:creationId xmlns:a16="http://schemas.microsoft.com/office/drawing/2014/main" id="{6DFE0F32-EA31-A6EB-09BC-7E95FDE2D96F}"/>
                  </a:ext>
                </a:extLst>
              </p:cNvPr>
              <p:cNvPicPr/>
              <p:nvPr/>
            </p:nvPicPr>
            <p:blipFill>
              <a:blip r:embed="rId9"/>
              <a:stretch>
                <a:fillRect/>
              </a:stretch>
            </p:blipFill>
            <p:spPr>
              <a:xfrm>
                <a:off x="801491" y="3909616"/>
                <a:ext cx="760356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12" name="Ink 11">
                <a:extLst>
                  <a:ext uri="{FF2B5EF4-FFF2-40B4-BE49-F238E27FC236}">
                    <a16:creationId xmlns:a16="http://schemas.microsoft.com/office/drawing/2014/main" id="{981996A2-320D-9E9D-5BB1-0C862DD96E12}"/>
                  </a:ext>
                </a:extLst>
              </p14:cNvPr>
              <p14:cNvContentPartPr/>
              <p14:nvPr/>
            </p14:nvContentPartPr>
            <p14:xfrm>
              <a:off x="2275331" y="5662816"/>
              <a:ext cx="5547600" cy="94680"/>
            </p14:xfrm>
          </p:contentPart>
        </mc:Choice>
        <mc:Fallback>
          <p:pic>
            <p:nvPicPr>
              <p:cNvPr id="12" name="Ink 11">
                <a:extLst>
                  <a:ext uri="{FF2B5EF4-FFF2-40B4-BE49-F238E27FC236}">
                    <a16:creationId xmlns:a16="http://schemas.microsoft.com/office/drawing/2014/main" id="{981996A2-320D-9E9D-5BB1-0C862DD96E12}"/>
                  </a:ext>
                </a:extLst>
              </p:cNvPr>
              <p:cNvPicPr/>
              <p:nvPr/>
            </p:nvPicPr>
            <p:blipFill>
              <a:blip r:embed="rId11"/>
              <a:stretch>
                <a:fillRect/>
              </a:stretch>
            </p:blipFill>
            <p:spPr>
              <a:xfrm>
                <a:off x="2266691" y="5653816"/>
                <a:ext cx="5565240" cy="1123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2">
            <p14:nvContentPartPr>
              <p14:cNvPr id="13" name="Ink 12">
                <a:extLst>
                  <a:ext uri="{FF2B5EF4-FFF2-40B4-BE49-F238E27FC236}">
                    <a16:creationId xmlns:a16="http://schemas.microsoft.com/office/drawing/2014/main" id="{350AB7FE-CE50-B6F3-A884-F969520FCCFF}"/>
                  </a:ext>
                </a:extLst>
              </p14:cNvPr>
              <p14:cNvContentPartPr/>
              <p14:nvPr/>
            </p14:nvContentPartPr>
            <p14:xfrm>
              <a:off x="350411" y="5589376"/>
              <a:ext cx="7256880" cy="761760"/>
            </p14:xfrm>
          </p:contentPart>
        </mc:Choice>
        <mc:Fallback>
          <p:pic>
            <p:nvPicPr>
              <p:cNvPr id="13" name="Ink 12">
                <a:extLst>
                  <a:ext uri="{FF2B5EF4-FFF2-40B4-BE49-F238E27FC236}">
                    <a16:creationId xmlns:a16="http://schemas.microsoft.com/office/drawing/2014/main" id="{350AB7FE-CE50-B6F3-A884-F969520FCCFF}"/>
                  </a:ext>
                </a:extLst>
              </p:cNvPr>
              <p:cNvPicPr/>
              <p:nvPr/>
            </p:nvPicPr>
            <p:blipFill>
              <a:blip r:embed="rId13"/>
              <a:stretch>
                <a:fillRect/>
              </a:stretch>
            </p:blipFill>
            <p:spPr>
              <a:xfrm>
                <a:off x="341771" y="5580736"/>
                <a:ext cx="7274520" cy="779400"/>
              </a:xfrm>
              <a:prstGeom prst="rect">
                <a:avLst/>
              </a:prstGeom>
            </p:spPr>
          </p:pic>
        </mc:Fallback>
      </mc:AlternateContent>
    </p:spTree>
    <p:extLst>
      <p:ext uri="{BB962C8B-B14F-4D97-AF65-F5344CB8AC3E}">
        <p14:creationId xmlns:p14="http://schemas.microsoft.com/office/powerpoint/2010/main" val="1296378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76843" y="473245"/>
            <a:ext cx="11241915" cy="778039"/>
          </a:xfrm>
        </p:spPr>
        <p:txBody>
          <a:bodyPr/>
          <a:lstStyle/>
          <a:p>
            <a:r>
              <a:rPr lang="en-US" dirty="0"/>
              <a:t>Key Concepts</a:t>
            </a:r>
          </a:p>
        </p:txBody>
      </p:sp>
      <p:sp>
        <p:nvSpPr>
          <p:cNvPr id="8" name="Content Placeholder 7"/>
          <p:cNvSpPr>
            <a:spLocks noGrp="1"/>
          </p:cNvSpPr>
          <p:nvPr>
            <p:ph idx="1"/>
          </p:nvPr>
        </p:nvSpPr>
        <p:spPr>
          <a:xfrm>
            <a:off x="476842" y="1424573"/>
            <a:ext cx="11241915" cy="4351338"/>
          </a:xfrm>
        </p:spPr>
        <p:txBody>
          <a:bodyPr/>
          <a:lstStyle/>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000" dirty="0">
                <a:cs typeface="Lucida Sans Unicode" panose="020B0602030504020204" pitchFamily="34" charset="0"/>
              </a:rPr>
              <a:t>Loss—a single instance of an information asset suffering damage or destruction, unauthorized modification or disclosure, or denial of use.</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000" dirty="0">
                <a:cs typeface="Lucida Sans Unicode" panose="020B0602030504020204" pitchFamily="34" charset="0"/>
              </a:rPr>
              <a:t>Protection profile or security posture—entire set of controls and safeguards that the organization implements to protect the asset.</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000" dirty="0">
                <a:cs typeface="Lucida Sans Unicode" panose="020B0602030504020204" pitchFamily="34" charset="0"/>
              </a:rPr>
              <a:t>Risk—the probability of an unwanted occurrence.</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000" dirty="0">
                <a:cs typeface="Lucida Sans Unicode" panose="020B0602030504020204" pitchFamily="34" charset="0"/>
              </a:rPr>
              <a:t>Subjects and objects—a computer can be either an agent entity used to conduct an attack or the target entity.</a:t>
            </a:r>
          </a:p>
          <a:p>
            <a:endParaRPr lang="en-US" dirty="0"/>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5" name="Ink 4">
                <a:extLst>
                  <a:ext uri="{FF2B5EF4-FFF2-40B4-BE49-F238E27FC236}">
                    <a16:creationId xmlns:a16="http://schemas.microsoft.com/office/drawing/2014/main" id="{A418A778-8FDA-C774-14D0-02A8962E9E67}"/>
                  </a:ext>
                </a:extLst>
              </p14:cNvPr>
              <p14:cNvContentPartPr/>
              <p14:nvPr/>
            </p14:nvContentPartPr>
            <p14:xfrm>
              <a:off x="1870331" y="1755736"/>
              <a:ext cx="7897680" cy="720"/>
            </p14:xfrm>
          </p:contentPart>
        </mc:Choice>
        <mc:Fallback>
          <p:pic>
            <p:nvPicPr>
              <p:cNvPr id="5" name="Ink 4">
                <a:extLst>
                  <a:ext uri="{FF2B5EF4-FFF2-40B4-BE49-F238E27FC236}">
                    <a16:creationId xmlns:a16="http://schemas.microsoft.com/office/drawing/2014/main" id="{A418A778-8FDA-C774-14D0-02A8962E9E67}"/>
                  </a:ext>
                </a:extLst>
              </p:cNvPr>
              <p:cNvPicPr/>
              <p:nvPr/>
            </p:nvPicPr>
            <p:blipFill>
              <a:blip r:embed="rId3"/>
              <a:stretch>
                <a:fillRect/>
              </a:stretch>
            </p:blipFill>
            <p:spPr>
              <a:xfrm>
                <a:off x="1861331" y="1737736"/>
                <a:ext cx="7915320" cy="36000"/>
              </a:xfrm>
              <a:prstGeom prst="rect">
                <a:avLst/>
              </a:prstGeom>
            </p:spPr>
          </p:pic>
        </mc:Fallback>
      </mc:AlternateContent>
    </p:spTree>
    <p:extLst>
      <p:ext uri="{BB962C8B-B14F-4D97-AF65-F5344CB8AC3E}">
        <p14:creationId xmlns:p14="http://schemas.microsoft.com/office/powerpoint/2010/main" val="1150858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Concepts</a:t>
            </a:r>
          </a:p>
        </p:txBody>
      </p:sp>
      <p:sp>
        <p:nvSpPr>
          <p:cNvPr id="3" name="Content Placeholder 2"/>
          <p:cNvSpPr>
            <a:spLocks noGrp="1"/>
          </p:cNvSpPr>
          <p:nvPr>
            <p:ph idx="1"/>
          </p:nvPr>
        </p:nvSpPr>
        <p:spPr/>
        <p:txBody>
          <a:bodyPr/>
          <a:lstStyle/>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Threat- a danger to an asset</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Threat agent—the specific instance or a component of a threat.</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Threat source—a category of objects, people, or other entities that represents a danger to an asset.</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Vulnerability—</a:t>
            </a:r>
            <a:r>
              <a:rPr lang="en-GB" altLang="en-US" b="1" dirty="0">
                <a:cs typeface="Lucida Sans Unicode" panose="020B0602030504020204" pitchFamily="34" charset="0"/>
              </a:rPr>
              <a:t>weaknesses or faults </a:t>
            </a:r>
            <a:r>
              <a:rPr lang="en-GB" altLang="en-US" dirty="0">
                <a:cs typeface="Lucida Sans Unicode" panose="020B0602030504020204" pitchFamily="34" charset="0"/>
              </a:rPr>
              <a:t>in a system or protection mechanism that expose information to attack or damage.</a:t>
            </a:r>
          </a:p>
          <a:p>
            <a:endParaRPr lang="en-US" dirty="0"/>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4" name="Ink 3">
                <a:extLst>
                  <a:ext uri="{FF2B5EF4-FFF2-40B4-BE49-F238E27FC236}">
                    <a16:creationId xmlns:a16="http://schemas.microsoft.com/office/drawing/2014/main" id="{6CEAA2C4-A084-8B9C-F8CE-ACF7A90E5E98}"/>
                  </a:ext>
                </a:extLst>
              </p14:cNvPr>
              <p14:cNvContentPartPr/>
              <p14:nvPr/>
            </p14:nvContentPartPr>
            <p14:xfrm>
              <a:off x="1808051" y="2285656"/>
              <a:ext cx="2982600" cy="115920"/>
            </p14:xfrm>
          </p:contentPart>
        </mc:Choice>
        <mc:Fallback>
          <p:pic>
            <p:nvPicPr>
              <p:cNvPr id="4" name="Ink 3">
                <a:extLst>
                  <a:ext uri="{FF2B5EF4-FFF2-40B4-BE49-F238E27FC236}">
                    <a16:creationId xmlns:a16="http://schemas.microsoft.com/office/drawing/2014/main" id="{6CEAA2C4-A084-8B9C-F8CE-ACF7A90E5E98}"/>
                  </a:ext>
                </a:extLst>
              </p:cNvPr>
              <p:cNvPicPr/>
              <p:nvPr/>
            </p:nvPicPr>
            <p:blipFill>
              <a:blip r:embed="rId3"/>
              <a:stretch>
                <a:fillRect/>
              </a:stretch>
            </p:blipFill>
            <p:spPr>
              <a:xfrm>
                <a:off x="1799411" y="2277016"/>
                <a:ext cx="3000240" cy="1335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4">
            <p14:nvContentPartPr>
              <p14:cNvPr id="5" name="Ink 4">
                <a:extLst>
                  <a:ext uri="{FF2B5EF4-FFF2-40B4-BE49-F238E27FC236}">
                    <a16:creationId xmlns:a16="http://schemas.microsoft.com/office/drawing/2014/main" id="{419FDD43-1CA7-FF3D-49C4-063437D24890}"/>
                  </a:ext>
                </a:extLst>
              </p14:cNvPr>
              <p14:cNvContentPartPr/>
              <p14:nvPr/>
            </p14:nvContentPartPr>
            <p14:xfrm>
              <a:off x="6556811" y="2795416"/>
              <a:ext cx="2836080" cy="94320"/>
            </p14:xfrm>
          </p:contentPart>
        </mc:Choice>
        <mc:Fallback>
          <p:pic>
            <p:nvPicPr>
              <p:cNvPr id="5" name="Ink 4">
                <a:extLst>
                  <a:ext uri="{FF2B5EF4-FFF2-40B4-BE49-F238E27FC236}">
                    <a16:creationId xmlns:a16="http://schemas.microsoft.com/office/drawing/2014/main" id="{419FDD43-1CA7-FF3D-49C4-063437D24890}"/>
                  </a:ext>
                </a:extLst>
              </p:cNvPr>
              <p:cNvPicPr/>
              <p:nvPr/>
            </p:nvPicPr>
            <p:blipFill>
              <a:blip r:embed="rId5"/>
              <a:stretch>
                <a:fillRect/>
              </a:stretch>
            </p:blipFill>
            <p:spPr>
              <a:xfrm>
                <a:off x="6547811" y="2786776"/>
                <a:ext cx="2853720" cy="111960"/>
              </a:xfrm>
              <a:prstGeom prst="rect">
                <a:avLst/>
              </a:prstGeom>
            </p:spPr>
          </p:pic>
        </mc:Fallback>
      </mc:AlternateContent>
    </p:spTree>
    <p:extLst>
      <p:ext uri="{BB962C8B-B14F-4D97-AF65-F5344CB8AC3E}">
        <p14:creationId xmlns:p14="http://schemas.microsoft.com/office/powerpoint/2010/main" val="1966846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nchor="t">
            <a:normAutofit/>
          </a:bodyPr>
          <a:lstStyle/>
          <a:p>
            <a:r>
              <a:rPr lang="en-US" dirty="0"/>
              <a:t>Key Concepts in Information Security</a:t>
            </a:r>
          </a:p>
        </p:txBody>
      </p:sp>
      <p:pic>
        <p:nvPicPr>
          <p:cNvPr id="6" name="Content Placeholder 5" descr="Figure 1-7: key concepts in information security. Several photos and screenshots with captions. On the left is a man typing on a computer, captioned &quot;Threat: Theft. Threat agent: Ima Hacker.&quot; A screenshot of the MadHackz web site is captioned &quot;Exploit: Script from MadHackz Web Site&quot;. A screenshot of a database is captioned &quot;Asset: H A L Inc's customer database.&quot; A screenshot of the H A L Inc website is captioned &quot;Vulnerability: S Q L (sequel) injection in online database web interface&quot;. The screenshot points to a photo of a data center. Between all the images is the text &quot;Attack: ima Hacker downloads exploit from MadHackz Web site, then accesses H A L Inc's website and applies script, resulting in Loss: Download of customer data.&quot;">
            <a:extLst>
              <a:ext uri="{FF2B5EF4-FFF2-40B4-BE49-F238E27FC236}">
                <a16:creationId xmlns:a16="http://schemas.microsoft.com/office/drawing/2014/main" id="{CA184113-6004-40DF-AD6D-C345DD812601}"/>
              </a:ext>
            </a:extLst>
          </p:cNvPr>
          <p:cNvPicPr>
            <a:picLocks noGrp="1" noChangeAspect="1"/>
          </p:cNvPicPr>
          <p:nvPr>
            <p:ph idx="1"/>
          </p:nvPr>
        </p:nvPicPr>
        <p:blipFill>
          <a:blip r:embed="rId4" cstate="email">
            <a:extLst>
              <a:ext uri="{28A0092B-C50C-407E-A947-70E740481C1C}">
                <a14:useLocalDpi xmlns:a14="http://schemas.microsoft.com/office/drawing/2010/main"/>
              </a:ext>
            </a:extLst>
          </a:blip>
          <a:stretch>
            <a:fillRect/>
          </a:stretch>
        </p:blipFill>
        <p:spPr>
          <a:xfrm>
            <a:off x="3214114" y="1825625"/>
            <a:ext cx="5766947" cy="4351338"/>
          </a:xfrm>
          <a:noFill/>
        </p:spPr>
      </p:pic>
    </p:spTree>
    <p:custDataLst>
      <p:tags r:id="rId1"/>
    </p:custDataLst>
    <p:extLst>
      <p:ext uri="{BB962C8B-B14F-4D97-AF65-F5344CB8AC3E}">
        <p14:creationId xmlns:p14="http://schemas.microsoft.com/office/powerpoint/2010/main" val="2316186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Critical Characteristics of Information</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r>
              <a:rPr lang="en-US" dirty="0"/>
              <a:t>The value of information comes from the characteristics it possesses: </a:t>
            </a:r>
          </a:p>
          <a:p>
            <a:pPr lvl="1"/>
            <a:r>
              <a:rPr lang="en-US" dirty="0"/>
              <a:t>Confidentiality</a:t>
            </a:r>
          </a:p>
          <a:p>
            <a:pPr lvl="1"/>
            <a:r>
              <a:rPr lang="en-US" dirty="0"/>
              <a:t>Integrity</a:t>
            </a:r>
          </a:p>
          <a:p>
            <a:pPr lvl="1"/>
            <a:r>
              <a:rPr lang="en-US" dirty="0"/>
              <a:t>Availability</a:t>
            </a:r>
          </a:p>
          <a:p>
            <a:pPr lvl="1"/>
            <a:r>
              <a:rPr lang="en-US" dirty="0"/>
              <a:t>Accuracy</a:t>
            </a:r>
          </a:p>
          <a:p>
            <a:pPr lvl="1"/>
            <a:r>
              <a:rPr lang="en-US" dirty="0"/>
              <a:t>Authenticity</a:t>
            </a:r>
          </a:p>
          <a:p>
            <a:pPr lvl="1"/>
            <a:r>
              <a:rPr lang="en-US" dirty="0"/>
              <a:t>Utility</a:t>
            </a:r>
          </a:p>
          <a:p>
            <a:pPr lvl="1"/>
            <a:r>
              <a:rPr lang="en-US" dirty="0"/>
              <a:t>Possession</a:t>
            </a:r>
          </a:p>
        </p:txBody>
      </p:sp>
    </p:spTree>
    <p:custDataLst>
      <p:tags r:id="rId1"/>
    </p:custDataLst>
    <p:extLst>
      <p:ext uri="{BB962C8B-B14F-4D97-AF65-F5344CB8AC3E}">
        <p14:creationId xmlns:p14="http://schemas.microsoft.com/office/powerpoint/2010/main" val="1220283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843" y="473246"/>
            <a:ext cx="11241915" cy="649702"/>
          </a:xfrm>
        </p:spPr>
        <p:txBody>
          <a:bodyPr/>
          <a:lstStyle/>
          <a:p>
            <a:r>
              <a:rPr lang="en-US" dirty="0"/>
              <a:t>Critical Characteristics of Information</a:t>
            </a:r>
          </a:p>
        </p:txBody>
      </p:sp>
      <p:sp>
        <p:nvSpPr>
          <p:cNvPr id="3" name="Content Placeholder 2"/>
          <p:cNvSpPr>
            <a:spLocks noGrp="1"/>
          </p:cNvSpPr>
          <p:nvPr>
            <p:ph idx="1"/>
          </p:nvPr>
        </p:nvSpPr>
        <p:spPr>
          <a:xfrm>
            <a:off x="476843" y="1601036"/>
            <a:ext cx="11241915" cy="4351338"/>
          </a:xfrm>
        </p:spPr>
        <p:txBody>
          <a:bodyPr/>
          <a:lstStyle/>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a:cs typeface="Lucida Sans Unicode" panose="020B0602030504020204" pitchFamily="34" charset="0"/>
              </a:rPr>
              <a:t>Availability</a:t>
            </a:r>
            <a:r>
              <a:rPr lang="en-GB" altLang="en-US" dirty="0">
                <a:cs typeface="Lucida Sans Unicode" panose="020B0602030504020204" pitchFamily="34" charset="0"/>
              </a:rPr>
              <a:t>—Enables users who need to access information to do so without interference or obstruction and in the required format. The information is said to be available to an authorized user when and where needed and in the correct format. </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a:cs typeface="Lucida Sans Unicode" panose="020B0602030504020204" pitchFamily="34" charset="0"/>
              </a:rPr>
              <a:t>Accuracy</a:t>
            </a:r>
            <a:r>
              <a:rPr lang="en-GB" altLang="en-US" dirty="0">
                <a:cs typeface="Lucida Sans Unicode" panose="020B0602030504020204" pitchFamily="34" charset="0"/>
              </a:rPr>
              <a:t>—Free from mistake or error and having the value that the end user expects. If information contains a value different from the user’s expectations due to the intentional or unintentional modification of its content, it is no longer accurate.</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a:cs typeface="Lucida Sans Unicode" panose="020B0602030504020204" pitchFamily="34" charset="0"/>
              </a:rPr>
              <a:t>Authenticity</a:t>
            </a:r>
            <a:r>
              <a:rPr lang="en-GB" altLang="en-US" dirty="0">
                <a:cs typeface="Lucida Sans Unicode" panose="020B0602030504020204" pitchFamily="34" charset="0"/>
              </a:rPr>
              <a:t>—The quality or state of being genuine or original, rather than a reproduction or fabrication. Information is authentic when it is the information that was originally created, placed, stored, or transferred.</a:t>
            </a:r>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4" name="Ink 3">
                <a:extLst>
                  <a:ext uri="{FF2B5EF4-FFF2-40B4-BE49-F238E27FC236}">
                    <a16:creationId xmlns:a16="http://schemas.microsoft.com/office/drawing/2014/main" id="{C74F6124-986E-428A-309D-8559472DBB18}"/>
                  </a:ext>
                </a:extLst>
              </p14:cNvPr>
              <p14:cNvContentPartPr/>
              <p14:nvPr/>
            </p14:nvContentPartPr>
            <p14:xfrm>
              <a:off x="2951051" y="1962736"/>
              <a:ext cx="7044120" cy="147240"/>
            </p14:xfrm>
          </p:contentPart>
        </mc:Choice>
        <mc:Fallback>
          <p:pic>
            <p:nvPicPr>
              <p:cNvPr id="4" name="Ink 3">
                <a:extLst>
                  <a:ext uri="{FF2B5EF4-FFF2-40B4-BE49-F238E27FC236}">
                    <a16:creationId xmlns:a16="http://schemas.microsoft.com/office/drawing/2014/main" id="{C74F6124-986E-428A-309D-8559472DBB18}"/>
                  </a:ext>
                </a:extLst>
              </p:cNvPr>
              <p:cNvPicPr/>
              <p:nvPr/>
            </p:nvPicPr>
            <p:blipFill>
              <a:blip r:embed="rId3"/>
              <a:stretch>
                <a:fillRect/>
              </a:stretch>
            </p:blipFill>
            <p:spPr>
              <a:xfrm>
                <a:off x="2942051" y="1954096"/>
                <a:ext cx="7061760" cy="1648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4">
            <p14:nvContentPartPr>
              <p14:cNvPr id="6" name="Ink 5">
                <a:extLst>
                  <a:ext uri="{FF2B5EF4-FFF2-40B4-BE49-F238E27FC236}">
                    <a16:creationId xmlns:a16="http://schemas.microsoft.com/office/drawing/2014/main" id="{FAEAAE49-BFE0-A12E-FCE4-1745FD50E2B1}"/>
                  </a:ext>
                </a:extLst>
              </p14:cNvPr>
              <p14:cNvContentPartPr/>
              <p14:nvPr/>
            </p14:nvContentPartPr>
            <p14:xfrm>
              <a:off x="2389811" y="3574096"/>
              <a:ext cx="9258480" cy="720"/>
            </p14:xfrm>
          </p:contentPart>
        </mc:Choice>
        <mc:Fallback>
          <p:pic>
            <p:nvPicPr>
              <p:cNvPr id="6" name="Ink 5">
                <a:extLst>
                  <a:ext uri="{FF2B5EF4-FFF2-40B4-BE49-F238E27FC236}">
                    <a16:creationId xmlns:a16="http://schemas.microsoft.com/office/drawing/2014/main" id="{FAEAAE49-BFE0-A12E-FCE4-1745FD50E2B1}"/>
                  </a:ext>
                </a:extLst>
              </p:cNvPr>
              <p:cNvPicPr/>
              <p:nvPr/>
            </p:nvPicPr>
            <p:blipFill>
              <a:blip r:embed="rId5"/>
              <a:stretch>
                <a:fillRect/>
              </a:stretch>
            </p:blipFill>
            <p:spPr>
              <a:xfrm>
                <a:off x="2380811" y="3556096"/>
                <a:ext cx="927612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7" name="Ink 6">
                <a:extLst>
                  <a:ext uri="{FF2B5EF4-FFF2-40B4-BE49-F238E27FC236}">
                    <a16:creationId xmlns:a16="http://schemas.microsoft.com/office/drawing/2014/main" id="{C32992A9-9780-038D-9A82-88CBE733B23B}"/>
                  </a:ext>
                </a:extLst>
              </p14:cNvPr>
              <p14:cNvContentPartPr/>
              <p14:nvPr/>
            </p14:nvContentPartPr>
            <p14:xfrm>
              <a:off x="810491" y="3927616"/>
              <a:ext cx="1142280" cy="42120"/>
            </p14:xfrm>
          </p:contentPart>
        </mc:Choice>
        <mc:Fallback>
          <p:pic>
            <p:nvPicPr>
              <p:cNvPr id="7" name="Ink 6">
                <a:extLst>
                  <a:ext uri="{FF2B5EF4-FFF2-40B4-BE49-F238E27FC236}">
                    <a16:creationId xmlns:a16="http://schemas.microsoft.com/office/drawing/2014/main" id="{C32992A9-9780-038D-9A82-88CBE733B23B}"/>
                  </a:ext>
                </a:extLst>
              </p:cNvPr>
              <p:cNvPicPr/>
              <p:nvPr/>
            </p:nvPicPr>
            <p:blipFill>
              <a:blip r:embed="rId7"/>
              <a:stretch>
                <a:fillRect/>
              </a:stretch>
            </p:blipFill>
            <p:spPr>
              <a:xfrm>
                <a:off x="801851" y="3918976"/>
                <a:ext cx="1159920" cy="597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8" name="Ink 7">
                <a:extLst>
                  <a:ext uri="{FF2B5EF4-FFF2-40B4-BE49-F238E27FC236}">
                    <a16:creationId xmlns:a16="http://schemas.microsoft.com/office/drawing/2014/main" id="{E1411CDC-65E2-6A0B-247C-AF42AE9F8180}"/>
                  </a:ext>
                </a:extLst>
              </p14:cNvPr>
              <p14:cNvContentPartPr/>
              <p14:nvPr/>
            </p14:nvContentPartPr>
            <p14:xfrm>
              <a:off x="7065851" y="5089336"/>
              <a:ext cx="2386800" cy="147960"/>
            </p14:xfrm>
          </p:contentPart>
        </mc:Choice>
        <mc:Fallback>
          <p:pic>
            <p:nvPicPr>
              <p:cNvPr id="8" name="Ink 7">
                <a:extLst>
                  <a:ext uri="{FF2B5EF4-FFF2-40B4-BE49-F238E27FC236}">
                    <a16:creationId xmlns:a16="http://schemas.microsoft.com/office/drawing/2014/main" id="{E1411CDC-65E2-6A0B-247C-AF42AE9F8180}"/>
                  </a:ext>
                </a:extLst>
              </p:cNvPr>
              <p:cNvPicPr/>
              <p:nvPr/>
            </p:nvPicPr>
            <p:blipFill>
              <a:blip r:embed="rId9"/>
              <a:stretch>
                <a:fillRect/>
              </a:stretch>
            </p:blipFill>
            <p:spPr>
              <a:xfrm>
                <a:off x="7056851" y="5080696"/>
                <a:ext cx="2404440" cy="165600"/>
              </a:xfrm>
              <a:prstGeom prst="rect">
                <a:avLst/>
              </a:prstGeom>
            </p:spPr>
          </p:pic>
        </mc:Fallback>
      </mc:AlternateContent>
    </p:spTree>
    <p:extLst>
      <p:ext uri="{BB962C8B-B14F-4D97-AF65-F5344CB8AC3E}">
        <p14:creationId xmlns:p14="http://schemas.microsoft.com/office/powerpoint/2010/main" val="4051350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843" y="473245"/>
            <a:ext cx="11241915" cy="778039"/>
          </a:xfrm>
        </p:spPr>
        <p:txBody>
          <a:bodyPr/>
          <a:lstStyle/>
          <a:p>
            <a:r>
              <a:rPr lang="en-US" dirty="0"/>
              <a:t>Critical Characteristics of Information</a:t>
            </a:r>
          </a:p>
        </p:txBody>
      </p:sp>
      <p:sp>
        <p:nvSpPr>
          <p:cNvPr id="3" name="Content Placeholder 2"/>
          <p:cNvSpPr>
            <a:spLocks noGrp="1"/>
          </p:cNvSpPr>
          <p:nvPr>
            <p:ph idx="1"/>
          </p:nvPr>
        </p:nvSpPr>
        <p:spPr>
          <a:xfrm>
            <a:off x="476843" y="1251284"/>
            <a:ext cx="11241915" cy="4669005"/>
          </a:xfrm>
        </p:spPr>
        <p:txBody>
          <a:bodyPr/>
          <a:lstStyle/>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000" b="1" dirty="0">
                <a:cs typeface="Lucida Sans Unicode" panose="020B0602030504020204" pitchFamily="34" charset="0"/>
              </a:rPr>
              <a:t>Confidentiality</a:t>
            </a:r>
            <a:r>
              <a:rPr lang="en-GB" altLang="en-US" sz="2000" dirty="0">
                <a:cs typeface="Lucida Sans Unicode" panose="020B0602030504020204" pitchFamily="34" charset="0"/>
              </a:rPr>
              <a:t>—The quality or state of preventing disclosure or exposure to unauthorized individuals or systems.</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000" b="1" dirty="0">
                <a:cs typeface="Lucida Sans Unicode" panose="020B0602030504020204" pitchFamily="34" charset="0"/>
              </a:rPr>
              <a:t>Integrity</a:t>
            </a:r>
            <a:r>
              <a:rPr lang="en-GB" altLang="en-US" sz="2000" dirty="0">
                <a:cs typeface="Lucida Sans Unicode" panose="020B0602030504020204" pitchFamily="34" charset="0"/>
              </a:rPr>
              <a:t>—The quality or state of being whole, complete, and uncorrupted. The integrity of information is threatened when the information is exposed to corruption, damage, destruction, or other disruption of its authentic state.</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000" b="1" dirty="0">
                <a:cs typeface="Lucida Sans Unicode" panose="020B0602030504020204" pitchFamily="34" charset="0"/>
              </a:rPr>
              <a:t>Utility</a:t>
            </a:r>
            <a:r>
              <a:rPr lang="en-GB" altLang="en-US" sz="2000" dirty="0">
                <a:cs typeface="Lucida Sans Unicode" panose="020B0602030504020204" pitchFamily="34" charset="0"/>
              </a:rPr>
              <a:t>—The quality or state of having value for some purpose or end. Information has value when it serves a particular purpose. This means that if information is available, but not in a format meaningful to the end user, it is not useful.</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000" b="1" dirty="0">
                <a:cs typeface="Lucida Sans Unicode" panose="020B0602030504020204" pitchFamily="34" charset="0"/>
              </a:rPr>
              <a:t>Possession</a:t>
            </a:r>
            <a:r>
              <a:rPr lang="en-GB" altLang="en-US" sz="2000" dirty="0">
                <a:cs typeface="Lucida Sans Unicode" panose="020B0602030504020204" pitchFamily="34" charset="0"/>
              </a:rPr>
              <a:t>—The quality or state of having ownership or control of some object or item. Information is said to be in possession if one obtains it, independent of format or other characteristic</a:t>
            </a:r>
            <a:r>
              <a:rPr lang="en-GB" altLang="en-US" sz="2000">
                <a:cs typeface="Lucida Sans Unicode" panose="020B0602030504020204" pitchFamily="34" charset="0"/>
              </a:rPr>
              <a:t>. </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2000">
                <a:cs typeface="Lucida Sans Unicode" panose="020B0602030504020204" pitchFamily="34" charset="0"/>
              </a:rPr>
              <a:t>While </a:t>
            </a:r>
            <a:r>
              <a:rPr lang="en-GB" altLang="en-US" sz="2000" dirty="0">
                <a:cs typeface="Lucida Sans Unicode" panose="020B0602030504020204" pitchFamily="34" charset="0"/>
              </a:rPr>
              <a:t>a breach of confidentiality always results in a breach of possession, a breach of possession does not always result in a breach of confidentiality</a:t>
            </a:r>
            <a:endParaRPr lang="en-US" sz="2000" dirty="0"/>
          </a:p>
          <a:p>
            <a:endParaRPr lang="en-US" dirty="0"/>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5" name="Ink 4">
                <a:extLst>
                  <a:ext uri="{FF2B5EF4-FFF2-40B4-BE49-F238E27FC236}">
                    <a16:creationId xmlns:a16="http://schemas.microsoft.com/office/drawing/2014/main" id="{D0FD62F7-F10A-C845-EAE1-8E4D0F734282}"/>
                  </a:ext>
                </a:extLst>
              </p14:cNvPr>
              <p14:cNvContentPartPr/>
              <p14:nvPr/>
            </p14:nvContentPartPr>
            <p14:xfrm>
              <a:off x="5288531" y="1672936"/>
              <a:ext cx="5747040" cy="720"/>
            </p14:xfrm>
          </p:contentPart>
        </mc:Choice>
        <mc:Fallback>
          <p:pic>
            <p:nvPicPr>
              <p:cNvPr id="5" name="Ink 4">
                <a:extLst>
                  <a:ext uri="{FF2B5EF4-FFF2-40B4-BE49-F238E27FC236}">
                    <a16:creationId xmlns:a16="http://schemas.microsoft.com/office/drawing/2014/main" id="{D0FD62F7-F10A-C845-EAE1-8E4D0F734282}"/>
                  </a:ext>
                </a:extLst>
              </p:cNvPr>
              <p:cNvPicPr/>
              <p:nvPr/>
            </p:nvPicPr>
            <p:blipFill>
              <a:blip r:embed="rId3"/>
              <a:stretch>
                <a:fillRect/>
              </a:stretch>
            </p:blipFill>
            <p:spPr>
              <a:xfrm>
                <a:off x="5279531" y="1654936"/>
                <a:ext cx="576468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4">
            <p14:nvContentPartPr>
              <p14:cNvPr id="6" name="Ink 5">
                <a:extLst>
                  <a:ext uri="{FF2B5EF4-FFF2-40B4-BE49-F238E27FC236}">
                    <a16:creationId xmlns:a16="http://schemas.microsoft.com/office/drawing/2014/main" id="{EBAA2EFF-C219-BB38-764C-71C7EB4DD2E4}"/>
                  </a:ext>
                </a:extLst>
              </p14:cNvPr>
              <p14:cNvContentPartPr/>
              <p14:nvPr/>
            </p14:nvContentPartPr>
            <p14:xfrm>
              <a:off x="820931" y="1891096"/>
              <a:ext cx="2057400" cy="63360"/>
            </p14:xfrm>
          </p:contentPart>
        </mc:Choice>
        <mc:Fallback>
          <p:pic>
            <p:nvPicPr>
              <p:cNvPr id="6" name="Ink 5">
                <a:extLst>
                  <a:ext uri="{FF2B5EF4-FFF2-40B4-BE49-F238E27FC236}">
                    <a16:creationId xmlns:a16="http://schemas.microsoft.com/office/drawing/2014/main" id="{EBAA2EFF-C219-BB38-764C-71C7EB4DD2E4}"/>
                  </a:ext>
                </a:extLst>
              </p:cNvPr>
              <p:cNvPicPr/>
              <p:nvPr/>
            </p:nvPicPr>
            <p:blipFill>
              <a:blip r:embed="rId5"/>
              <a:stretch>
                <a:fillRect/>
              </a:stretch>
            </p:blipFill>
            <p:spPr>
              <a:xfrm>
                <a:off x="811931" y="1882096"/>
                <a:ext cx="2075040" cy="81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7" name="Ink 6">
                <a:extLst>
                  <a:ext uri="{FF2B5EF4-FFF2-40B4-BE49-F238E27FC236}">
                    <a16:creationId xmlns:a16="http://schemas.microsoft.com/office/drawing/2014/main" id="{AC0BAED9-0969-AE4C-0C27-643255A0A272}"/>
                  </a:ext>
                </a:extLst>
              </p14:cNvPr>
              <p14:cNvContentPartPr/>
              <p14:nvPr/>
            </p14:nvContentPartPr>
            <p14:xfrm>
              <a:off x="5163251" y="1973536"/>
              <a:ext cx="4054320" cy="578160"/>
            </p14:xfrm>
          </p:contentPart>
        </mc:Choice>
        <mc:Fallback>
          <p:pic>
            <p:nvPicPr>
              <p:cNvPr id="7" name="Ink 6">
                <a:extLst>
                  <a:ext uri="{FF2B5EF4-FFF2-40B4-BE49-F238E27FC236}">
                    <a16:creationId xmlns:a16="http://schemas.microsoft.com/office/drawing/2014/main" id="{AC0BAED9-0969-AE4C-0C27-643255A0A272}"/>
                  </a:ext>
                </a:extLst>
              </p:cNvPr>
              <p:cNvPicPr/>
              <p:nvPr/>
            </p:nvPicPr>
            <p:blipFill>
              <a:blip r:embed="rId7"/>
              <a:stretch>
                <a:fillRect/>
              </a:stretch>
            </p:blipFill>
            <p:spPr>
              <a:xfrm>
                <a:off x="5154251" y="1964536"/>
                <a:ext cx="4071960" cy="5958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9" name="Ink 8">
                <a:extLst>
                  <a:ext uri="{FF2B5EF4-FFF2-40B4-BE49-F238E27FC236}">
                    <a16:creationId xmlns:a16="http://schemas.microsoft.com/office/drawing/2014/main" id="{1F551827-76F6-7611-67E1-C48B603BBC06}"/>
                  </a:ext>
                </a:extLst>
              </p14:cNvPr>
              <p14:cNvContentPartPr/>
              <p14:nvPr/>
            </p14:nvContentPartPr>
            <p14:xfrm>
              <a:off x="5008451" y="3376816"/>
              <a:ext cx="3637440" cy="720"/>
            </p14:xfrm>
          </p:contentPart>
        </mc:Choice>
        <mc:Fallback>
          <p:pic>
            <p:nvPicPr>
              <p:cNvPr id="9" name="Ink 8">
                <a:extLst>
                  <a:ext uri="{FF2B5EF4-FFF2-40B4-BE49-F238E27FC236}">
                    <a16:creationId xmlns:a16="http://schemas.microsoft.com/office/drawing/2014/main" id="{1F551827-76F6-7611-67E1-C48B603BBC06}"/>
                  </a:ext>
                </a:extLst>
              </p:cNvPr>
              <p:cNvPicPr/>
              <p:nvPr/>
            </p:nvPicPr>
            <p:blipFill>
              <a:blip r:embed="rId9"/>
              <a:stretch>
                <a:fillRect/>
              </a:stretch>
            </p:blipFill>
            <p:spPr>
              <a:xfrm>
                <a:off x="4999451" y="3359536"/>
                <a:ext cx="365508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11" name="Ink 10">
                <a:extLst>
                  <a:ext uri="{FF2B5EF4-FFF2-40B4-BE49-F238E27FC236}">
                    <a16:creationId xmlns:a16="http://schemas.microsoft.com/office/drawing/2014/main" id="{017186D3-1EF3-7419-22E3-D1288C7B9811}"/>
                  </a:ext>
                </a:extLst>
              </p14:cNvPr>
              <p14:cNvContentPartPr/>
              <p14:nvPr/>
            </p14:nvContentPartPr>
            <p14:xfrm>
              <a:off x="4831331" y="4426216"/>
              <a:ext cx="5945400" cy="720"/>
            </p14:xfrm>
          </p:contentPart>
        </mc:Choice>
        <mc:Fallback>
          <p:pic>
            <p:nvPicPr>
              <p:cNvPr id="11" name="Ink 10">
                <a:extLst>
                  <a:ext uri="{FF2B5EF4-FFF2-40B4-BE49-F238E27FC236}">
                    <a16:creationId xmlns:a16="http://schemas.microsoft.com/office/drawing/2014/main" id="{017186D3-1EF3-7419-22E3-D1288C7B9811}"/>
                  </a:ext>
                </a:extLst>
              </p:cNvPr>
              <p:cNvPicPr/>
              <p:nvPr/>
            </p:nvPicPr>
            <p:blipFill>
              <a:blip r:embed="rId11"/>
              <a:stretch>
                <a:fillRect/>
              </a:stretch>
            </p:blipFill>
            <p:spPr>
              <a:xfrm>
                <a:off x="4822691" y="4408216"/>
                <a:ext cx="596304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2">
            <p14:nvContentPartPr>
              <p14:cNvPr id="12" name="Ink 11">
                <a:extLst>
                  <a:ext uri="{FF2B5EF4-FFF2-40B4-BE49-F238E27FC236}">
                    <a16:creationId xmlns:a16="http://schemas.microsoft.com/office/drawing/2014/main" id="{C79DE488-A915-EF55-17D1-1D6250185942}"/>
                  </a:ext>
                </a:extLst>
              </p14:cNvPr>
              <p14:cNvContentPartPr/>
              <p14:nvPr/>
            </p14:nvContentPartPr>
            <p14:xfrm>
              <a:off x="4612811" y="4051816"/>
              <a:ext cx="6162480" cy="458280"/>
            </p14:xfrm>
          </p:contentPart>
        </mc:Choice>
        <mc:Fallback>
          <p:pic>
            <p:nvPicPr>
              <p:cNvPr id="12" name="Ink 11">
                <a:extLst>
                  <a:ext uri="{FF2B5EF4-FFF2-40B4-BE49-F238E27FC236}">
                    <a16:creationId xmlns:a16="http://schemas.microsoft.com/office/drawing/2014/main" id="{C79DE488-A915-EF55-17D1-1D6250185942}"/>
                  </a:ext>
                </a:extLst>
              </p:cNvPr>
              <p:cNvPicPr/>
              <p:nvPr/>
            </p:nvPicPr>
            <p:blipFill>
              <a:blip r:embed="rId13"/>
              <a:stretch>
                <a:fillRect/>
              </a:stretch>
            </p:blipFill>
            <p:spPr>
              <a:xfrm>
                <a:off x="4603811" y="4043176"/>
                <a:ext cx="6180120" cy="475920"/>
              </a:xfrm>
              <a:prstGeom prst="rect">
                <a:avLst/>
              </a:prstGeom>
            </p:spPr>
          </p:pic>
        </mc:Fallback>
      </mc:AlternateContent>
    </p:spTree>
    <p:extLst>
      <p:ext uri="{BB962C8B-B14F-4D97-AF65-F5344CB8AC3E}">
        <p14:creationId xmlns:p14="http://schemas.microsoft.com/office/powerpoint/2010/main" val="18301441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nchor="t">
            <a:normAutofit/>
          </a:bodyPr>
          <a:lstStyle/>
          <a:p>
            <a:r>
              <a:rPr lang="en-US" b="0" dirty="0"/>
              <a:t>Committee on National Security Systems (</a:t>
            </a:r>
            <a:r>
              <a:rPr lang="en-US" dirty="0"/>
              <a:t>CNSS) Security Model</a:t>
            </a:r>
          </a:p>
        </p:txBody>
      </p:sp>
      <p:pic>
        <p:nvPicPr>
          <p:cNvPr id="5" name="Content Placeholder 4" descr="Figure 1-9. The McCumber Cube. A set of three dimensional coordinate axes, and a cube segmented to resemble a Rubik's Cube. The axes all meet at a common point. An axis labeled &quot;Storage / Processing / Transmission&quot; points right, an axis labeled &quot;Availability / Integrity / confidentiality&quot; points up, and an axis labeled &quot; Policy / education / Technology&quot; points into the screen. The cube is drawn so that the bottom of the front face is labeled &quot;Storage / Processing / Transmission&quot; The left side of the front face is labeled &quot;Availability / Integrity / confidentiality&quot; And the left side of the top face is labeled &quot; Policy / education / Technology&quot;.">
            <a:extLst>
              <a:ext uri="{FF2B5EF4-FFF2-40B4-BE49-F238E27FC236}">
                <a16:creationId xmlns:a16="http://schemas.microsoft.com/office/drawing/2014/main" id="{69C25226-ECCF-4B7B-B34A-54132F94116D}"/>
              </a:ext>
            </a:extLst>
          </p:cNvPr>
          <p:cNvPicPr>
            <a:picLocks noGrp="1" noChangeAspect="1"/>
          </p:cNvPicPr>
          <p:nvPr>
            <p:ph idx="1"/>
          </p:nvPr>
        </p:nvPicPr>
        <p:blipFill>
          <a:blip r:embed="rId4" cstate="email">
            <a:extLst>
              <a:ext uri="{28A0092B-C50C-407E-A947-70E740481C1C}">
                <a14:useLocalDpi xmlns:a14="http://schemas.microsoft.com/office/drawing/2010/main"/>
              </a:ext>
            </a:extLst>
          </a:blip>
          <a:stretch>
            <a:fillRect/>
          </a:stretch>
        </p:blipFill>
        <p:spPr>
          <a:xfrm>
            <a:off x="965484" y="1825625"/>
            <a:ext cx="10264206" cy="4351338"/>
          </a:xfrm>
          <a:noFill/>
        </p:spPr>
      </p:pic>
    </p:spTree>
    <p:custDataLst>
      <p:tags r:id="rId1"/>
    </p:custDataLst>
    <p:extLst>
      <p:ext uri="{BB962C8B-B14F-4D97-AF65-F5344CB8AC3E}">
        <p14:creationId xmlns:p14="http://schemas.microsoft.com/office/powerpoint/2010/main" val="9850161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Components of an Information System</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r>
              <a:rPr lang="en-US" dirty="0"/>
              <a:t>An information system (IS) is the entire set of hardware, software data, people, procedures, and networks that enable a business to use information.</a:t>
            </a:r>
          </a:p>
          <a:p>
            <a:r>
              <a:rPr lang="en-US" dirty="0"/>
              <a:t>All of them work together to support personal and professional operations. </a:t>
            </a:r>
          </a:p>
          <a:p>
            <a:r>
              <a:rPr lang="en-US" dirty="0"/>
              <a:t>Each one has its own strengths and weaknesses, as well as its own characteristics and uses. </a:t>
            </a:r>
          </a:p>
          <a:p>
            <a:r>
              <a:rPr lang="en-US" dirty="0"/>
              <a:t>Each one has its own security requirements.</a:t>
            </a:r>
          </a:p>
        </p:txBody>
      </p:sp>
    </p:spTree>
    <p:custDataLst>
      <p:tags r:id="rId1"/>
    </p:custDataLst>
    <p:extLst>
      <p:ext uri="{BB962C8B-B14F-4D97-AF65-F5344CB8AC3E}">
        <p14:creationId xmlns:p14="http://schemas.microsoft.com/office/powerpoint/2010/main" val="38080930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Balancing Information Security and Access</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r>
              <a:rPr lang="en-US" dirty="0"/>
              <a:t>It is impossible to obtain perfect information security—it is a process, not a goal.</a:t>
            </a:r>
          </a:p>
          <a:p>
            <a:r>
              <a:rPr lang="en-US" dirty="0"/>
              <a:t>Security should be considered a balance between protection and availability.</a:t>
            </a:r>
          </a:p>
          <a:p>
            <a:r>
              <a:rPr lang="en-US" dirty="0"/>
              <a:t>To achieve balance, the level of security must allow reasonable access, yet protect against threats.</a:t>
            </a:r>
          </a:p>
        </p:txBody>
      </p:sp>
      <mc:AlternateContent xmlns:mc="http://schemas.openxmlformats.org/markup-compatibility/2006">
        <mc:Choice xmlns:p14="http://schemas.microsoft.com/office/powerpoint/2010/main" xmlns:aink="http://schemas.microsoft.com/office/drawing/2016/ink" Requires="p14 aink">
          <p:contentPart p14:bwMode="auto" r:id="rId4">
            <p14:nvContentPartPr>
              <p14:cNvPr id="2" name="Ink 1">
                <a:extLst>
                  <a:ext uri="{FF2B5EF4-FFF2-40B4-BE49-F238E27FC236}">
                    <a16:creationId xmlns:a16="http://schemas.microsoft.com/office/drawing/2014/main" id="{4F7A4F61-2980-C108-6E18-3F1A40C14331}"/>
                  </a:ext>
                </a:extLst>
              </p14:cNvPr>
              <p14:cNvContentPartPr/>
              <p14:nvPr/>
            </p14:nvContentPartPr>
            <p14:xfrm>
              <a:off x="7564451" y="2721616"/>
              <a:ext cx="3656520" cy="167760"/>
            </p14:xfrm>
          </p:contentPart>
        </mc:Choice>
        <mc:Fallback>
          <p:pic>
            <p:nvPicPr>
              <p:cNvPr id="2" name="Ink 1">
                <a:extLst>
                  <a:ext uri="{FF2B5EF4-FFF2-40B4-BE49-F238E27FC236}">
                    <a16:creationId xmlns:a16="http://schemas.microsoft.com/office/drawing/2014/main" id="{4F7A4F61-2980-C108-6E18-3F1A40C14331}"/>
                  </a:ext>
                </a:extLst>
              </p:cNvPr>
              <p:cNvPicPr/>
              <p:nvPr/>
            </p:nvPicPr>
            <p:blipFill>
              <a:blip r:embed="rId5"/>
              <a:stretch>
                <a:fillRect/>
              </a:stretch>
            </p:blipFill>
            <p:spPr>
              <a:xfrm>
                <a:off x="7555811" y="2712976"/>
                <a:ext cx="3674160" cy="1854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4" name="Ink 3">
                <a:extLst>
                  <a:ext uri="{FF2B5EF4-FFF2-40B4-BE49-F238E27FC236}">
                    <a16:creationId xmlns:a16="http://schemas.microsoft.com/office/drawing/2014/main" id="{6B9BA168-1350-E13F-3AAB-8094EFDA09E5}"/>
                  </a:ext>
                </a:extLst>
              </p14:cNvPr>
              <p14:cNvContentPartPr/>
              <p14:nvPr/>
            </p14:nvContentPartPr>
            <p14:xfrm>
              <a:off x="3646931" y="3532336"/>
              <a:ext cx="7243200" cy="720"/>
            </p14:xfrm>
          </p:contentPart>
        </mc:Choice>
        <mc:Fallback>
          <p:pic>
            <p:nvPicPr>
              <p:cNvPr id="4" name="Ink 3">
                <a:extLst>
                  <a:ext uri="{FF2B5EF4-FFF2-40B4-BE49-F238E27FC236}">
                    <a16:creationId xmlns:a16="http://schemas.microsoft.com/office/drawing/2014/main" id="{6B9BA168-1350-E13F-3AAB-8094EFDA09E5}"/>
                  </a:ext>
                </a:extLst>
              </p:cNvPr>
              <p:cNvPicPr/>
              <p:nvPr/>
            </p:nvPicPr>
            <p:blipFill>
              <a:blip r:embed="rId7"/>
              <a:stretch>
                <a:fillRect/>
              </a:stretch>
            </p:blipFill>
            <p:spPr>
              <a:xfrm>
                <a:off x="3637931" y="3514336"/>
                <a:ext cx="726084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5" name="Ink 4">
                <a:extLst>
                  <a:ext uri="{FF2B5EF4-FFF2-40B4-BE49-F238E27FC236}">
                    <a16:creationId xmlns:a16="http://schemas.microsoft.com/office/drawing/2014/main" id="{05CF36F7-C0BA-4D14-B6D8-4BAD782152C9}"/>
                  </a:ext>
                </a:extLst>
              </p14:cNvPr>
              <p14:cNvContentPartPr/>
              <p14:nvPr/>
            </p14:nvContentPartPr>
            <p14:xfrm>
              <a:off x="997691" y="3771016"/>
              <a:ext cx="3033720" cy="135720"/>
            </p14:xfrm>
          </p:contentPart>
        </mc:Choice>
        <mc:Fallback>
          <p:pic>
            <p:nvPicPr>
              <p:cNvPr id="5" name="Ink 4">
                <a:extLst>
                  <a:ext uri="{FF2B5EF4-FFF2-40B4-BE49-F238E27FC236}">
                    <a16:creationId xmlns:a16="http://schemas.microsoft.com/office/drawing/2014/main" id="{05CF36F7-C0BA-4D14-B6D8-4BAD782152C9}"/>
                  </a:ext>
                </a:extLst>
              </p:cNvPr>
              <p:cNvPicPr/>
              <p:nvPr/>
            </p:nvPicPr>
            <p:blipFill>
              <a:blip r:embed="rId9"/>
              <a:stretch>
                <a:fillRect/>
              </a:stretch>
            </p:blipFill>
            <p:spPr>
              <a:xfrm>
                <a:off x="988691" y="3762376"/>
                <a:ext cx="3051360" cy="153360"/>
              </a:xfrm>
              <a:prstGeom prst="rect">
                <a:avLst/>
              </a:prstGeom>
            </p:spPr>
          </p:pic>
        </mc:Fallback>
      </mc:AlternateContent>
    </p:spTree>
    <p:custDataLst>
      <p:tags r:id="rId1"/>
    </p:custDataLst>
    <p:extLst>
      <p:ext uri="{BB962C8B-B14F-4D97-AF65-F5344CB8AC3E}">
        <p14:creationId xmlns:p14="http://schemas.microsoft.com/office/powerpoint/2010/main" val="30887483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Approaches to Information Security Implementation: Bottom-Up Approach</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r>
              <a:rPr lang="en-US" dirty="0"/>
              <a:t>Grassroots effort: systems administrators work to improve security of their systems.</a:t>
            </a:r>
          </a:p>
          <a:p>
            <a:r>
              <a:rPr lang="en-US" dirty="0"/>
              <a:t>Key advantage: technical expertise of individual administrators</a:t>
            </a:r>
          </a:p>
          <a:p>
            <a:r>
              <a:rPr lang="en-US" dirty="0"/>
              <a:t>Seldom works, as it lacks a number of critical features:</a:t>
            </a:r>
          </a:p>
          <a:p>
            <a:pPr lvl="1"/>
            <a:r>
              <a:rPr lang="en-US" dirty="0"/>
              <a:t>Participant support </a:t>
            </a:r>
          </a:p>
          <a:p>
            <a:pPr lvl="1"/>
            <a:r>
              <a:rPr lang="en-US" dirty="0"/>
              <a:t>Organizational staying power</a:t>
            </a:r>
          </a:p>
        </p:txBody>
      </p:sp>
      <mc:AlternateContent xmlns:mc="http://schemas.openxmlformats.org/markup-compatibility/2006">
        <mc:Choice xmlns:p14="http://schemas.microsoft.com/office/powerpoint/2010/main" xmlns:aink="http://schemas.microsoft.com/office/drawing/2016/ink" Requires="p14 aink">
          <p:contentPart p14:bwMode="auto" r:id="rId4">
            <p14:nvContentPartPr>
              <p14:cNvPr id="2" name="Ink 1">
                <a:extLst>
                  <a:ext uri="{FF2B5EF4-FFF2-40B4-BE49-F238E27FC236}">
                    <a16:creationId xmlns:a16="http://schemas.microsoft.com/office/drawing/2014/main" id="{CF071241-FA23-05BE-6825-F1849F6B4794}"/>
                  </a:ext>
                </a:extLst>
              </p14:cNvPr>
              <p14:cNvContentPartPr/>
              <p14:nvPr/>
            </p14:nvContentPartPr>
            <p14:xfrm>
              <a:off x="3055091" y="3168736"/>
              <a:ext cx="6264720" cy="52920"/>
            </p14:xfrm>
          </p:contentPart>
        </mc:Choice>
        <mc:Fallback>
          <p:pic>
            <p:nvPicPr>
              <p:cNvPr id="2" name="Ink 1">
                <a:extLst>
                  <a:ext uri="{FF2B5EF4-FFF2-40B4-BE49-F238E27FC236}">
                    <a16:creationId xmlns:a16="http://schemas.microsoft.com/office/drawing/2014/main" id="{CF071241-FA23-05BE-6825-F1849F6B4794}"/>
                  </a:ext>
                </a:extLst>
              </p:cNvPr>
              <p:cNvPicPr/>
              <p:nvPr/>
            </p:nvPicPr>
            <p:blipFill>
              <a:blip r:embed="rId5"/>
              <a:stretch>
                <a:fillRect/>
              </a:stretch>
            </p:blipFill>
            <p:spPr>
              <a:xfrm>
                <a:off x="3046091" y="3159736"/>
                <a:ext cx="6282360" cy="70560"/>
              </a:xfrm>
              <a:prstGeom prst="rect">
                <a:avLst/>
              </a:prstGeom>
            </p:spPr>
          </p:pic>
        </mc:Fallback>
      </mc:AlternateContent>
    </p:spTree>
    <p:custDataLst>
      <p:tags r:id="rId1"/>
    </p:custDataLst>
    <p:extLst>
      <p:ext uri="{BB962C8B-B14F-4D97-AF65-F5344CB8AC3E}">
        <p14:creationId xmlns:p14="http://schemas.microsoft.com/office/powerpoint/2010/main" val="3402106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Approaches to Information Security Implementation: Top-Down Approach</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r>
              <a:rPr lang="en-US" dirty="0"/>
              <a:t>Initiated by upper management</a:t>
            </a:r>
          </a:p>
          <a:p>
            <a:pPr lvl="1"/>
            <a:r>
              <a:rPr lang="en-US" dirty="0"/>
              <a:t>Issue policy, procedures, and processes</a:t>
            </a:r>
          </a:p>
          <a:p>
            <a:pPr lvl="1"/>
            <a:r>
              <a:rPr lang="en-US" dirty="0"/>
              <a:t>Dictate goals and expected outcomes of project</a:t>
            </a:r>
          </a:p>
          <a:p>
            <a:pPr lvl="1"/>
            <a:r>
              <a:rPr lang="en-US" dirty="0"/>
              <a:t>Determine accountability for each required action</a:t>
            </a:r>
          </a:p>
          <a:p>
            <a:r>
              <a:rPr lang="en-US" dirty="0"/>
              <a:t>The most successful type of top-down approach also involves a formal development strategy referred to as a systems development life cycle (SDLC).</a:t>
            </a:r>
          </a:p>
        </p:txBody>
      </p:sp>
      <mc:AlternateContent xmlns:mc="http://schemas.openxmlformats.org/markup-compatibility/2006">
        <mc:Choice xmlns:p14="http://schemas.microsoft.com/office/powerpoint/2010/main" xmlns:aink="http://schemas.microsoft.com/office/drawing/2016/ink" Requires="p14 aink">
          <p:contentPart p14:bwMode="auto" r:id="rId4">
            <p14:nvContentPartPr>
              <p14:cNvPr id="2" name="Ink 1">
                <a:extLst>
                  <a:ext uri="{FF2B5EF4-FFF2-40B4-BE49-F238E27FC236}">
                    <a16:creationId xmlns:a16="http://schemas.microsoft.com/office/drawing/2014/main" id="{F554C197-978B-CCE0-96CA-F7E861EA8C63}"/>
                  </a:ext>
                </a:extLst>
              </p14:cNvPr>
              <p14:cNvContentPartPr/>
              <p14:nvPr/>
            </p14:nvContentPartPr>
            <p14:xfrm>
              <a:off x="2275331" y="2150296"/>
              <a:ext cx="2856600" cy="94680"/>
            </p14:xfrm>
          </p:contentPart>
        </mc:Choice>
        <mc:Fallback>
          <p:pic>
            <p:nvPicPr>
              <p:cNvPr id="2" name="Ink 1">
                <a:extLst>
                  <a:ext uri="{FF2B5EF4-FFF2-40B4-BE49-F238E27FC236}">
                    <a16:creationId xmlns:a16="http://schemas.microsoft.com/office/drawing/2014/main" id="{F554C197-978B-CCE0-96CA-F7E861EA8C63}"/>
                  </a:ext>
                </a:extLst>
              </p:cNvPr>
              <p:cNvPicPr/>
              <p:nvPr/>
            </p:nvPicPr>
            <p:blipFill>
              <a:blip r:embed="rId5"/>
              <a:stretch>
                <a:fillRect/>
              </a:stretch>
            </p:blipFill>
            <p:spPr>
              <a:xfrm>
                <a:off x="2266691" y="2141296"/>
                <a:ext cx="2874240" cy="112320"/>
              </a:xfrm>
              <a:prstGeom prst="rect">
                <a:avLst/>
              </a:prstGeom>
            </p:spPr>
          </p:pic>
        </mc:Fallback>
      </mc:AlternateContent>
    </p:spTree>
    <p:custDataLst>
      <p:tags r:id="rId1"/>
    </p:custDataLst>
    <p:extLst>
      <p:ext uri="{BB962C8B-B14F-4D97-AF65-F5344CB8AC3E}">
        <p14:creationId xmlns:p14="http://schemas.microsoft.com/office/powerpoint/2010/main" val="20698846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nchor="t">
            <a:normAutofit/>
          </a:bodyPr>
          <a:lstStyle/>
          <a:p>
            <a:r>
              <a:rPr lang="en-US" dirty="0"/>
              <a:t>Approaches to Information Security Implementation</a:t>
            </a:r>
          </a:p>
        </p:txBody>
      </p:sp>
      <p:pic>
        <p:nvPicPr>
          <p:cNvPr id="6" name="Content Placeholder 5" descr="Figure 1-12: Approaches to information security implementation. A triangular diagram with an organizational tree drawn on it. On the left is an arrow pointing down, labeled top down approach, and on the right is an arrow point up, labeled bottom up approach. At the top of the triangle is a box labeled C E O. It has three children in a row below it, labeled C F O, C I O, and C O O. C I O has three children in a row below it, labeled C I S O, V P systems, and V P networks. V P Systems has three children in a row below it, labeled security manager, systems manager, and network manager. Systems manager has three children in a row below it, labeled security admin, systems admin, and network admin. Systems admin has three children in a row below it, labeled security tech, systems tech, and network tech.">
            <a:extLst>
              <a:ext uri="{FF2B5EF4-FFF2-40B4-BE49-F238E27FC236}">
                <a16:creationId xmlns:a16="http://schemas.microsoft.com/office/drawing/2014/main" id="{C0586F83-DCB3-4DDB-B859-E2884B0DCEBC}"/>
              </a:ext>
            </a:extLst>
          </p:cNvPr>
          <p:cNvPicPr>
            <a:picLocks noGrp="1" noChangeAspect="1"/>
          </p:cNvPicPr>
          <p:nvPr>
            <p:ph idx="1"/>
          </p:nvPr>
        </p:nvPicPr>
        <p:blipFill>
          <a:blip r:embed="rId4" cstate="email">
            <a:extLst>
              <a:ext uri="{28A0092B-C50C-407E-A947-70E740481C1C}">
                <a14:useLocalDpi xmlns:a14="http://schemas.microsoft.com/office/drawing/2010/main"/>
              </a:ext>
            </a:extLst>
          </a:blip>
          <a:stretch>
            <a:fillRect/>
          </a:stretch>
        </p:blipFill>
        <p:spPr>
          <a:xfrm>
            <a:off x="2192784" y="1825625"/>
            <a:ext cx="7809606" cy="4351338"/>
          </a:xfrm>
          <a:noFill/>
        </p:spPr>
      </p:pic>
    </p:spTree>
    <p:custDataLst>
      <p:tags r:id="rId1"/>
    </p:custDataLst>
    <p:extLst>
      <p:ext uri="{BB962C8B-B14F-4D97-AF65-F5344CB8AC3E}">
        <p14:creationId xmlns:p14="http://schemas.microsoft.com/office/powerpoint/2010/main" val="38843434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Security Professionals and the Organization</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r>
              <a:rPr lang="en-US" dirty="0"/>
              <a:t>A wide range of professionals are required to support a diverse information security program.</a:t>
            </a:r>
          </a:p>
          <a:p>
            <a:r>
              <a:rPr lang="en-US" dirty="0"/>
              <a:t>Senior management support is the key component.</a:t>
            </a:r>
          </a:p>
          <a:p>
            <a:r>
              <a:rPr lang="en-US" dirty="0"/>
              <a:t>Additional administrative support and technical expertise are required to implement details of an IS program.</a:t>
            </a:r>
          </a:p>
        </p:txBody>
      </p:sp>
    </p:spTree>
    <p:custDataLst>
      <p:tags r:id="rId1"/>
    </p:custDataLst>
    <p:extLst>
      <p:ext uri="{BB962C8B-B14F-4D97-AF65-F5344CB8AC3E}">
        <p14:creationId xmlns:p14="http://schemas.microsoft.com/office/powerpoint/2010/main" val="42689418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Senior Management</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a:xfrm>
            <a:off x="476842" y="1376446"/>
            <a:ext cx="11241915" cy="4351338"/>
          </a:xfrm>
        </p:spPr>
        <p:txBody>
          <a:bodyPr/>
          <a:lstStyle/>
          <a:p>
            <a:r>
              <a:rPr lang="en-US" dirty="0"/>
              <a:t>Chief information officer (CIO)‏</a:t>
            </a:r>
          </a:p>
          <a:p>
            <a:pPr lvl="1"/>
            <a:r>
              <a:rPr lang="en-US" dirty="0"/>
              <a:t>Senior technology officer</a:t>
            </a:r>
          </a:p>
          <a:p>
            <a:pPr lvl="1"/>
            <a:r>
              <a:rPr lang="en-US" dirty="0"/>
              <a:t>Primarily responsible for advising the senior executives (CEO) on strategic planning that affects the management of information in the organization</a:t>
            </a:r>
          </a:p>
          <a:p>
            <a:r>
              <a:rPr lang="en-US" dirty="0"/>
              <a:t>Chief information security officer (CISO)‏</a:t>
            </a:r>
          </a:p>
          <a:p>
            <a:pPr lvl="1"/>
            <a:r>
              <a:rPr lang="en-US" dirty="0"/>
              <a:t>Has primary responsibility for assessment, management, and implementation of </a:t>
            </a:r>
            <a:r>
              <a:rPr lang="en-US" b="1" dirty="0"/>
              <a:t>InfoSec</a:t>
            </a:r>
            <a:r>
              <a:rPr lang="en-US" dirty="0"/>
              <a:t> in the organization</a:t>
            </a:r>
          </a:p>
          <a:p>
            <a:pPr lvl="1"/>
            <a:r>
              <a:rPr lang="en-US" dirty="0"/>
              <a:t>Usually reports directly to the CIO</a:t>
            </a:r>
          </a:p>
        </p:txBody>
      </p:sp>
      <mc:AlternateContent xmlns:mc="http://schemas.openxmlformats.org/markup-compatibility/2006">
        <mc:Choice xmlns:p14="http://schemas.microsoft.com/office/powerpoint/2010/main" xmlns:aink="http://schemas.microsoft.com/office/drawing/2016/ink" Requires="p14 aink">
          <p:contentPart p14:bwMode="auto" r:id="rId4">
            <p14:nvContentPartPr>
              <p14:cNvPr id="2" name="Ink 1">
                <a:extLst>
                  <a:ext uri="{FF2B5EF4-FFF2-40B4-BE49-F238E27FC236}">
                    <a16:creationId xmlns:a16="http://schemas.microsoft.com/office/drawing/2014/main" id="{16D8870B-40F6-0993-F023-F95010F71FD5}"/>
                  </a:ext>
                </a:extLst>
              </p14:cNvPr>
              <p14:cNvContentPartPr/>
              <p14:nvPr/>
            </p14:nvContentPartPr>
            <p14:xfrm>
              <a:off x="560291" y="1173256"/>
              <a:ext cx="4334760" cy="728280"/>
            </p14:xfrm>
          </p:contentPart>
        </mc:Choice>
        <mc:Fallback>
          <p:pic>
            <p:nvPicPr>
              <p:cNvPr id="2" name="Ink 1">
                <a:extLst>
                  <a:ext uri="{FF2B5EF4-FFF2-40B4-BE49-F238E27FC236}">
                    <a16:creationId xmlns:a16="http://schemas.microsoft.com/office/drawing/2014/main" id="{16D8870B-40F6-0993-F023-F95010F71FD5}"/>
                  </a:ext>
                </a:extLst>
              </p:cNvPr>
              <p:cNvPicPr/>
              <p:nvPr/>
            </p:nvPicPr>
            <p:blipFill>
              <a:blip r:embed="rId5"/>
              <a:stretch>
                <a:fillRect/>
              </a:stretch>
            </p:blipFill>
            <p:spPr>
              <a:xfrm>
                <a:off x="551651" y="1164616"/>
                <a:ext cx="4352400" cy="7459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4" name="Ink 3">
                <a:extLst>
                  <a:ext uri="{FF2B5EF4-FFF2-40B4-BE49-F238E27FC236}">
                    <a16:creationId xmlns:a16="http://schemas.microsoft.com/office/drawing/2014/main" id="{9B06AF31-5B14-2621-EAF8-17EBF2D0A888}"/>
                  </a:ext>
                </a:extLst>
              </p14:cNvPr>
              <p14:cNvContentPartPr/>
              <p14:nvPr/>
            </p14:nvContentPartPr>
            <p14:xfrm>
              <a:off x="4623971" y="2795056"/>
              <a:ext cx="5216400" cy="73080"/>
            </p14:xfrm>
          </p:contentPart>
        </mc:Choice>
        <mc:Fallback>
          <p:pic>
            <p:nvPicPr>
              <p:cNvPr id="4" name="Ink 3">
                <a:extLst>
                  <a:ext uri="{FF2B5EF4-FFF2-40B4-BE49-F238E27FC236}">
                    <a16:creationId xmlns:a16="http://schemas.microsoft.com/office/drawing/2014/main" id="{9B06AF31-5B14-2621-EAF8-17EBF2D0A888}"/>
                  </a:ext>
                </a:extLst>
              </p:cNvPr>
              <p:cNvPicPr/>
              <p:nvPr/>
            </p:nvPicPr>
            <p:blipFill>
              <a:blip r:embed="rId7"/>
              <a:stretch>
                <a:fillRect/>
              </a:stretch>
            </p:blipFill>
            <p:spPr>
              <a:xfrm>
                <a:off x="4614971" y="2786416"/>
                <a:ext cx="5234040" cy="907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5" name="Ink 4">
                <a:extLst>
                  <a:ext uri="{FF2B5EF4-FFF2-40B4-BE49-F238E27FC236}">
                    <a16:creationId xmlns:a16="http://schemas.microsoft.com/office/drawing/2014/main" id="{3EBABEF6-9727-3C13-7821-ED8ADE7CEF86}"/>
                  </a:ext>
                </a:extLst>
              </p14:cNvPr>
              <p14:cNvContentPartPr/>
              <p14:nvPr/>
            </p14:nvContentPartPr>
            <p14:xfrm>
              <a:off x="1506731" y="3138856"/>
              <a:ext cx="2235960" cy="82080"/>
            </p14:xfrm>
          </p:contentPart>
        </mc:Choice>
        <mc:Fallback>
          <p:pic>
            <p:nvPicPr>
              <p:cNvPr id="5" name="Ink 4">
                <a:extLst>
                  <a:ext uri="{FF2B5EF4-FFF2-40B4-BE49-F238E27FC236}">
                    <a16:creationId xmlns:a16="http://schemas.microsoft.com/office/drawing/2014/main" id="{3EBABEF6-9727-3C13-7821-ED8ADE7CEF86}"/>
                  </a:ext>
                </a:extLst>
              </p:cNvPr>
              <p:cNvPicPr/>
              <p:nvPr/>
            </p:nvPicPr>
            <p:blipFill>
              <a:blip r:embed="rId9"/>
              <a:stretch>
                <a:fillRect/>
              </a:stretch>
            </p:blipFill>
            <p:spPr>
              <a:xfrm>
                <a:off x="1497731" y="3130216"/>
                <a:ext cx="2253600" cy="997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6" name="Ink 5">
                <a:extLst>
                  <a:ext uri="{FF2B5EF4-FFF2-40B4-BE49-F238E27FC236}">
                    <a16:creationId xmlns:a16="http://schemas.microsoft.com/office/drawing/2014/main" id="{B1114F17-3A60-9D90-8BBC-8A2CA70B2F2E}"/>
                  </a:ext>
                </a:extLst>
              </p14:cNvPr>
              <p14:cNvContentPartPr/>
              <p14:nvPr/>
            </p14:nvContentPartPr>
            <p14:xfrm>
              <a:off x="10338611" y="2846896"/>
              <a:ext cx="940320" cy="104760"/>
            </p14:xfrm>
          </p:contentPart>
        </mc:Choice>
        <mc:Fallback>
          <p:pic>
            <p:nvPicPr>
              <p:cNvPr id="6" name="Ink 5">
                <a:extLst>
                  <a:ext uri="{FF2B5EF4-FFF2-40B4-BE49-F238E27FC236}">
                    <a16:creationId xmlns:a16="http://schemas.microsoft.com/office/drawing/2014/main" id="{B1114F17-3A60-9D90-8BBC-8A2CA70B2F2E}"/>
                  </a:ext>
                </a:extLst>
              </p:cNvPr>
              <p:cNvPicPr/>
              <p:nvPr/>
            </p:nvPicPr>
            <p:blipFill>
              <a:blip r:embed="rId11"/>
              <a:stretch>
                <a:fillRect/>
              </a:stretch>
            </p:blipFill>
            <p:spPr>
              <a:xfrm>
                <a:off x="10329971" y="2837896"/>
                <a:ext cx="957960" cy="122400"/>
              </a:xfrm>
              <a:prstGeom prst="rect">
                <a:avLst/>
              </a:prstGeom>
            </p:spPr>
          </p:pic>
        </mc:Fallback>
      </mc:AlternateContent>
    </p:spTree>
    <p:custDataLst>
      <p:tags r:id="rId1"/>
    </p:custDataLst>
    <p:extLst>
      <p:ext uri="{BB962C8B-B14F-4D97-AF65-F5344CB8AC3E}">
        <p14:creationId xmlns:p14="http://schemas.microsoft.com/office/powerpoint/2010/main" val="2478162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Knowledge Check Activity 2</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pPr marL="0" indent="0">
              <a:buNone/>
            </a:pPr>
            <a:r>
              <a:rPr lang="en-US" dirty="0"/>
              <a:t>What title is given to the person with primary responsibility for assessment, management, and implementation of </a:t>
            </a:r>
            <a:r>
              <a:rPr lang="en-US" b="1" dirty="0"/>
              <a:t>InfoSec</a:t>
            </a:r>
            <a:r>
              <a:rPr lang="en-US" dirty="0"/>
              <a:t> in the organization?</a:t>
            </a:r>
          </a:p>
          <a:p>
            <a:pPr marL="0" indent="0">
              <a:buNone/>
            </a:pPr>
            <a:endParaRPr lang="en-US" dirty="0"/>
          </a:p>
          <a:p>
            <a:pPr marL="457200" indent="-457200">
              <a:buFont typeface="+mj-lt"/>
              <a:buAutoNum type="alphaLcPeriod"/>
            </a:pPr>
            <a:r>
              <a:rPr lang="en-US" dirty="0"/>
              <a:t>CIO</a:t>
            </a:r>
          </a:p>
          <a:p>
            <a:pPr marL="457200" indent="-457200">
              <a:buFont typeface="+mj-lt"/>
              <a:buAutoNum type="alphaLcPeriod"/>
            </a:pPr>
            <a:r>
              <a:rPr lang="en-US" dirty="0"/>
              <a:t>CISO</a:t>
            </a:r>
          </a:p>
          <a:p>
            <a:pPr marL="457200" indent="-457200">
              <a:buFont typeface="+mj-lt"/>
              <a:buAutoNum type="alphaLcPeriod"/>
            </a:pPr>
            <a:r>
              <a:rPr lang="en-US" dirty="0"/>
              <a:t>CEO</a:t>
            </a:r>
          </a:p>
          <a:p>
            <a:pPr marL="457200" indent="-457200">
              <a:buFont typeface="+mj-lt"/>
              <a:buAutoNum type="alphaLcPeriod"/>
            </a:pPr>
            <a:r>
              <a:rPr lang="en-US" dirty="0"/>
              <a:t>CFO</a:t>
            </a:r>
          </a:p>
        </p:txBody>
      </p:sp>
    </p:spTree>
    <p:custDataLst>
      <p:tags r:id="rId1"/>
    </p:custDataLst>
    <p:extLst>
      <p:ext uri="{BB962C8B-B14F-4D97-AF65-F5344CB8AC3E}">
        <p14:creationId xmlns:p14="http://schemas.microsoft.com/office/powerpoint/2010/main" val="3160781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dirty="0"/>
              <a:t>Knowledge Check Activity 2: Answer</a:t>
            </a:r>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pPr marL="0" indent="0">
              <a:buNone/>
            </a:pPr>
            <a:r>
              <a:rPr lang="en-US" dirty="0"/>
              <a:t>What title is given to the person with primary responsibility for assessment, management, and implementation of </a:t>
            </a:r>
            <a:r>
              <a:rPr lang="en-US" b="1" dirty="0"/>
              <a:t>InfoSec </a:t>
            </a:r>
            <a:r>
              <a:rPr lang="en-US" dirty="0"/>
              <a:t>in the organization?</a:t>
            </a:r>
          </a:p>
          <a:p>
            <a:pPr marL="0" indent="0">
              <a:buNone/>
            </a:pPr>
            <a:endParaRPr lang="en-US" dirty="0"/>
          </a:p>
          <a:p>
            <a:pPr marL="0" indent="0">
              <a:buNone/>
            </a:pPr>
            <a:r>
              <a:rPr lang="en-US" b="1" dirty="0"/>
              <a:t>Answer: B. CISO, or chief information security officer</a:t>
            </a:r>
            <a:endParaRPr lang="en-US" dirty="0"/>
          </a:p>
          <a:p>
            <a:pPr marL="0" indent="0">
              <a:buNone/>
            </a:pPr>
            <a:r>
              <a:rPr lang="en-US" dirty="0"/>
              <a:t>The CISO usually reports to the CIO. While in some organizations, the CISO could report to the Chief </a:t>
            </a:r>
            <a:r>
              <a:rPr lang="en-US" dirty="0" err="1"/>
              <a:t>Financil</a:t>
            </a:r>
            <a:r>
              <a:rPr lang="en-US" dirty="0"/>
              <a:t> Officer (CFO), that is not common.</a:t>
            </a:r>
          </a:p>
        </p:txBody>
      </p:sp>
    </p:spTree>
    <p:custDataLst>
      <p:tags r:id="rId1"/>
    </p:custDataLst>
    <p:extLst>
      <p:ext uri="{BB962C8B-B14F-4D97-AF65-F5344CB8AC3E}">
        <p14:creationId xmlns:p14="http://schemas.microsoft.com/office/powerpoint/2010/main" val="16493768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nchor="t">
            <a:normAutofit/>
          </a:bodyPr>
          <a:lstStyle/>
          <a:p>
            <a:r>
              <a:rPr lang="en-US" dirty="0"/>
              <a:t>The CISO’s Place and Roles</a:t>
            </a:r>
          </a:p>
        </p:txBody>
      </p:sp>
      <p:pic>
        <p:nvPicPr>
          <p:cNvPr id="5" name="Content Placeholder 4" descr="Figure 1-13. The C I S O's place and roles. A column of rectangles. The top three rectangles are labeled C E O, C I O, and C I S O, and below them is a row of three rectangles labeled Policy, Risk Management, and Technology.">
            <a:extLst>
              <a:ext uri="{FF2B5EF4-FFF2-40B4-BE49-F238E27FC236}">
                <a16:creationId xmlns:a16="http://schemas.microsoft.com/office/drawing/2014/main" id="{0EB49FA8-EB4A-47EE-A9F6-27923AA563D8}"/>
              </a:ext>
            </a:extLst>
          </p:cNvPr>
          <p:cNvPicPr>
            <a:picLocks noGrp="1" noChangeAspect="1"/>
          </p:cNvPicPr>
          <p:nvPr>
            <p:ph idx="1"/>
          </p:nvPr>
        </p:nvPicPr>
        <p:blipFill>
          <a:blip r:embed="rId4" cstate="email">
            <a:extLst>
              <a:ext uri="{28A0092B-C50C-407E-A947-70E740481C1C}">
                <a14:useLocalDpi xmlns:a14="http://schemas.microsoft.com/office/drawing/2010/main"/>
              </a:ext>
            </a:extLst>
          </a:blip>
          <a:stretch>
            <a:fillRect/>
          </a:stretch>
        </p:blipFill>
        <p:spPr>
          <a:xfrm>
            <a:off x="3217325" y="1825625"/>
            <a:ext cx="5760524" cy="4351338"/>
          </a:xfrm>
          <a:noFill/>
        </p:spPr>
      </p:pic>
    </p:spTree>
    <p:custDataLst>
      <p:tags r:id="rId1"/>
    </p:custDataLst>
    <p:extLst>
      <p:ext uri="{BB962C8B-B14F-4D97-AF65-F5344CB8AC3E}">
        <p14:creationId xmlns:p14="http://schemas.microsoft.com/office/powerpoint/2010/main" val="41806052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GB" altLang="en-US" dirty="0"/>
              <a:t>Information Security Project Team</a:t>
            </a:r>
            <a:endParaRPr lang="en-US" dirty="0"/>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a:xfrm>
            <a:off x="476843" y="1456657"/>
            <a:ext cx="11241915" cy="4351338"/>
          </a:xfrm>
        </p:spPr>
        <p:txBody>
          <a:bodyPr/>
          <a:lstStyle/>
          <a:p>
            <a:r>
              <a:rPr lang="en-US" dirty="0"/>
              <a:t>A small functional team of people who are experienced in one or multiple facets of required technical and nontechnical areas:</a:t>
            </a:r>
          </a:p>
          <a:p>
            <a:pPr lvl="1"/>
            <a:r>
              <a:rPr lang="en-US" dirty="0"/>
              <a:t>Champion</a:t>
            </a:r>
          </a:p>
          <a:p>
            <a:pPr lvl="1"/>
            <a:r>
              <a:rPr lang="en-US" dirty="0"/>
              <a:t>Team leader</a:t>
            </a:r>
          </a:p>
          <a:p>
            <a:pPr lvl="1"/>
            <a:r>
              <a:rPr lang="en-US" dirty="0"/>
              <a:t>Security policy developers</a:t>
            </a:r>
          </a:p>
          <a:p>
            <a:pPr lvl="1"/>
            <a:r>
              <a:rPr lang="en-US" dirty="0"/>
              <a:t>Risk assessment specialists</a:t>
            </a:r>
          </a:p>
          <a:p>
            <a:pPr lvl="1"/>
            <a:r>
              <a:rPr lang="en-US" dirty="0"/>
              <a:t>Security professionals </a:t>
            </a:r>
          </a:p>
          <a:p>
            <a:pPr lvl="1"/>
            <a:r>
              <a:rPr lang="en-US" dirty="0"/>
              <a:t>Systems administrators</a:t>
            </a:r>
          </a:p>
          <a:p>
            <a:pPr lvl="1"/>
            <a:r>
              <a:rPr lang="en-US" dirty="0"/>
              <a:t>End users</a:t>
            </a:r>
          </a:p>
        </p:txBody>
      </p:sp>
    </p:spTree>
    <p:custDataLst>
      <p:tags r:id="rId1"/>
    </p:custDataLst>
    <p:extLst>
      <p:ext uri="{BB962C8B-B14F-4D97-AF65-F5344CB8AC3E}">
        <p14:creationId xmlns:p14="http://schemas.microsoft.com/office/powerpoint/2010/main" val="23879518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Information Security Project Team</a:t>
            </a:r>
            <a:endParaRPr lang="en-US" dirty="0"/>
          </a:p>
        </p:txBody>
      </p:sp>
      <p:sp>
        <p:nvSpPr>
          <p:cNvPr id="3" name="Content Placeholder 2"/>
          <p:cNvSpPr>
            <a:spLocks noGrp="1"/>
          </p:cNvSpPr>
          <p:nvPr>
            <p:ph idx="1"/>
          </p:nvPr>
        </p:nvSpPr>
        <p:spPr/>
        <p:txBody>
          <a:bodyPr/>
          <a:lstStyle/>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a:cs typeface="Lucida Sans Unicode" panose="020B0602030504020204" pitchFamily="34" charset="0"/>
              </a:rPr>
              <a:t>The champion: </a:t>
            </a:r>
            <a:r>
              <a:rPr lang="en-GB" altLang="en-US" dirty="0">
                <a:cs typeface="Lucida Sans Unicode" panose="020B0602030504020204" pitchFamily="34" charset="0"/>
              </a:rPr>
              <a:t>A senior executive who promotes (sponsors) the project and ensures its support, both financially and administratively, at the highest levels of the organization.</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a:cs typeface="Lucida Sans Unicode" panose="020B0602030504020204" pitchFamily="34" charset="0"/>
              </a:rPr>
              <a:t>The team leader: </a:t>
            </a:r>
            <a:r>
              <a:rPr lang="en-GB" altLang="en-US" dirty="0">
                <a:cs typeface="Lucida Sans Unicode" panose="020B0602030504020204" pitchFamily="34" charset="0"/>
              </a:rPr>
              <a:t>A </a:t>
            </a:r>
            <a:r>
              <a:rPr lang="en-GB" altLang="en-US" b="1" dirty="0">
                <a:cs typeface="Lucida Sans Unicode" panose="020B0602030504020204" pitchFamily="34" charset="0"/>
              </a:rPr>
              <a:t>project manager</a:t>
            </a:r>
            <a:r>
              <a:rPr lang="en-GB" altLang="en-US" dirty="0">
                <a:cs typeface="Lucida Sans Unicode" panose="020B0602030504020204" pitchFamily="34" charset="0"/>
              </a:rPr>
              <a:t>, who may be a departmental line manager or staff unit manager, who understands project management, personnel management, and information security technical requirements.</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a:cs typeface="Lucida Sans Unicode" panose="020B0602030504020204" pitchFamily="34" charset="0"/>
              </a:rPr>
              <a:t>Security policy developers: </a:t>
            </a:r>
            <a:r>
              <a:rPr lang="en-GB" altLang="en-US" dirty="0">
                <a:cs typeface="Lucida Sans Unicode" panose="020B0602030504020204" pitchFamily="34" charset="0"/>
              </a:rPr>
              <a:t>Individuals who understand the organizational culture, policies, and requirements for developing and implementing successful policies.</a:t>
            </a:r>
          </a:p>
          <a:p>
            <a:endParaRPr lang="en-US" dirty="0"/>
          </a:p>
        </p:txBody>
      </p:sp>
    </p:spTree>
    <p:extLst>
      <p:ext uri="{BB962C8B-B14F-4D97-AF65-F5344CB8AC3E}">
        <p14:creationId xmlns:p14="http://schemas.microsoft.com/office/powerpoint/2010/main" val="37820848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843" y="473245"/>
            <a:ext cx="11241915" cy="713871"/>
          </a:xfrm>
        </p:spPr>
        <p:txBody>
          <a:bodyPr/>
          <a:lstStyle/>
          <a:p>
            <a:r>
              <a:rPr lang="en-GB" altLang="en-US" dirty="0"/>
              <a:t>Information Security Project Team</a:t>
            </a:r>
            <a:endParaRPr lang="en-US" dirty="0"/>
          </a:p>
        </p:txBody>
      </p:sp>
      <p:sp>
        <p:nvSpPr>
          <p:cNvPr id="3" name="Content Placeholder 2"/>
          <p:cNvSpPr>
            <a:spLocks noGrp="1"/>
          </p:cNvSpPr>
          <p:nvPr>
            <p:ph idx="1"/>
          </p:nvPr>
        </p:nvSpPr>
        <p:spPr>
          <a:xfrm>
            <a:off x="476842" y="1203158"/>
            <a:ext cx="11241915" cy="4604837"/>
          </a:xfrm>
        </p:spPr>
        <p:txBody>
          <a:bodyPr/>
          <a:lstStyle/>
          <a:p>
            <a:pPr>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a:cs typeface="Lucida Sans Unicode" panose="020B0602030504020204" pitchFamily="34" charset="0"/>
              </a:rPr>
              <a:t>Risk assessment specialists: </a:t>
            </a:r>
            <a:r>
              <a:rPr lang="en-GB" altLang="en-US" dirty="0">
                <a:cs typeface="Lucida Sans Unicode" panose="020B0602030504020204" pitchFamily="34" charset="0"/>
              </a:rPr>
              <a:t>People who understand financial risk assessment techniques, the value of organizational assets, and the security methods to be used.</a:t>
            </a:r>
          </a:p>
          <a:p>
            <a:pPr>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a:cs typeface="Lucida Sans Unicode" panose="020B0602030504020204" pitchFamily="34" charset="0"/>
              </a:rPr>
              <a:t>Security professionals: </a:t>
            </a:r>
            <a:r>
              <a:rPr lang="en-GB" altLang="en-US" dirty="0">
                <a:cs typeface="Lucida Sans Unicode" panose="020B0602030504020204" pitchFamily="34" charset="0"/>
              </a:rPr>
              <a:t>Dedicated, trained, and well-educated specialists in all aspects of information security from both technical and nontechnical standpoints. </a:t>
            </a:r>
          </a:p>
          <a:p>
            <a:pPr>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a:cs typeface="Lucida Sans Unicode" panose="020B0602030504020204" pitchFamily="34" charset="0"/>
              </a:rPr>
              <a:t>Systems administrators: </a:t>
            </a:r>
            <a:r>
              <a:rPr lang="en-GB" altLang="en-US" dirty="0">
                <a:cs typeface="Lucida Sans Unicode" panose="020B0602030504020204" pitchFamily="34" charset="0"/>
              </a:rPr>
              <a:t>People with the primary responsibility for administering the systems that house the information used by the organization.</a:t>
            </a:r>
          </a:p>
          <a:p>
            <a:pPr>
              <a:spcBef>
                <a:spcPts val="338"/>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a:cs typeface="Lucida Sans Unicode" panose="020B0602030504020204" pitchFamily="34" charset="0"/>
              </a:rPr>
              <a:t>End users: </a:t>
            </a:r>
            <a:r>
              <a:rPr lang="en-GB" altLang="en-US" dirty="0">
                <a:cs typeface="Lucida Sans Unicode" panose="020B0602030504020204" pitchFamily="34" charset="0"/>
              </a:rPr>
              <a:t>Those whom the new system will most directly impact. Ideally, a selection of users from various departments, levels, and degrees of technical knowledge assist the team in focusing on the application of realistic controls applied in ways that do not disrupt the essential business activities they seek to safeguard.</a:t>
            </a:r>
          </a:p>
          <a:p>
            <a:endParaRPr lang="en-US" dirty="0"/>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4" name="Ink 3">
                <a:extLst>
                  <a:ext uri="{FF2B5EF4-FFF2-40B4-BE49-F238E27FC236}">
                    <a16:creationId xmlns:a16="http://schemas.microsoft.com/office/drawing/2014/main" id="{9B8AAD18-F4F7-1931-8914-37E36D82B4D6}"/>
                  </a:ext>
                </a:extLst>
              </p14:cNvPr>
              <p14:cNvContentPartPr/>
              <p14:nvPr/>
            </p14:nvContentPartPr>
            <p14:xfrm>
              <a:off x="8292011" y="1621096"/>
              <a:ext cx="1806480" cy="21240"/>
            </p14:xfrm>
          </p:contentPart>
        </mc:Choice>
        <mc:Fallback>
          <p:pic>
            <p:nvPicPr>
              <p:cNvPr id="4" name="Ink 3">
                <a:extLst>
                  <a:ext uri="{FF2B5EF4-FFF2-40B4-BE49-F238E27FC236}">
                    <a16:creationId xmlns:a16="http://schemas.microsoft.com/office/drawing/2014/main" id="{9B8AAD18-F4F7-1931-8914-37E36D82B4D6}"/>
                  </a:ext>
                </a:extLst>
              </p:cNvPr>
              <p:cNvPicPr/>
              <p:nvPr/>
            </p:nvPicPr>
            <p:blipFill>
              <a:blip r:embed="rId3"/>
              <a:stretch>
                <a:fillRect/>
              </a:stretch>
            </p:blipFill>
            <p:spPr>
              <a:xfrm>
                <a:off x="8283371" y="1612096"/>
                <a:ext cx="1824120" cy="388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4">
            <p14:nvContentPartPr>
              <p14:cNvPr id="6" name="Ink 5">
                <a:extLst>
                  <a:ext uri="{FF2B5EF4-FFF2-40B4-BE49-F238E27FC236}">
                    <a16:creationId xmlns:a16="http://schemas.microsoft.com/office/drawing/2014/main" id="{5E533310-9198-5548-CC03-5B8A9CF481D1}"/>
                  </a:ext>
                </a:extLst>
              </p14:cNvPr>
              <p14:cNvContentPartPr/>
              <p14:nvPr/>
            </p14:nvContentPartPr>
            <p14:xfrm>
              <a:off x="779171" y="1953376"/>
              <a:ext cx="3242520" cy="31680"/>
            </p14:xfrm>
          </p:contentPart>
        </mc:Choice>
        <mc:Fallback>
          <p:pic>
            <p:nvPicPr>
              <p:cNvPr id="6" name="Ink 5">
                <a:extLst>
                  <a:ext uri="{FF2B5EF4-FFF2-40B4-BE49-F238E27FC236}">
                    <a16:creationId xmlns:a16="http://schemas.microsoft.com/office/drawing/2014/main" id="{5E533310-9198-5548-CC03-5B8A9CF481D1}"/>
                  </a:ext>
                </a:extLst>
              </p:cNvPr>
              <p:cNvPicPr/>
              <p:nvPr/>
            </p:nvPicPr>
            <p:blipFill>
              <a:blip r:embed="rId5"/>
              <a:stretch>
                <a:fillRect/>
              </a:stretch>
            </p:blipFill>
            <p:spPr>
              <a:xfrm>
                <a:off x="770171" y="1944376"/>
                <a:ext cx="3260160" cy="493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7" name="Ink 6">
                <a:extLst>
                  <a:ext uri="{FF2B5EF4-FFF2-40B4-BE49-F238E27FC236}">
                    <a16:creationId xmlns:a16="http://schemas.microsoft.com/office/drawing/2014/main" id="{C2638832-B53C-86B5-5900-23E8F9E1D707}"/>
                  </a:ext>
                </a:extLst>
              </p14:cNvPr>
              <p14:cNvContentPartPr/>
              <p14:nvPr/>
            </p14:nvContentPartPr>
            <p14:xfrm>
              <a:off x="5943371" y="1984696"/>
              <a:ext cx="2774520" cy="114840"/>
            </p14:xfrm>
          </p:contentPart>
        </mc:Choice>
        <mc:Fallback>
          <p:pic>
            <p:nvPicPr>
              <p:cNvPr id="7" name="Ink 6">
                <a:extLst>
                  <a:ext uri="{FF2B5EF4-FFF2-40B4-BE49-F238E27FC236}">
                    <a16:creationId xmlns:a16="http://schemas.microsoft.com/office/drawing/2014/main" id="{C2638832-B53C-86B5-5900-23E8F9E1D707}"/>
                  </a:ext>
                </a:extLst>
              </p:cNvPr>
              <p:cNvPicPr/>
              <p:nvPr/>
            </p:nvPicPr>
            <p:blipFill>
              <a:blip r:embed="rId7"/>
              <a:stretch>
                <a:fillRect/>
              </a:stretch>
            </p:blipFill>
            <p:spPr>
              <a:xfrm>
                <a:off x="5934731" y="1976056"/>
                <a:ext cx="2792160" cy="1324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8" name="Ink 7">
                <a:extLst>
                  <a:ext uri="{FF2B5EF4-FFF2-40B4-BE49-F238E27FC236}">
                    <a16:creationId xmlns:a16="http://schemas.microsoft.com/office/drawing/2014/main" id="{5CD32030-F174-C172-A6F5-AF92875F0865}"/>
                  </a:ext>
                </a:extLst>
              </p14:cNvPr>
              <p14:cNvContentPartPr/>
              <p14:nvPr/>
            </p14:nvContentPartPr>
            <p14:xfrm>
              <a:off x="10183091" y="2036176"/>
              <a:ext cx="500400" cy="360"/>
            </p14:xfrm>
          </p:contentPart>
        </mc:Choice>
        <mc:Fallback>
          <p:pic>
            <p:nvPicPr>
              <p:cNvPr id="8" name="Ink 7">
                <a:extLst>
                  <a:ext uri="{FF2B5EF4-FFF2-40B4-BE49-F238E27FC236}">
                    <a16:creationId xmlns:a16="http://schemas.microsoft.com/office/drawing/2014/main" id="{5CD32030-F174-C172-A6F5-AF92875F0865}"/>
                  </a:ext>
                </a:extLst>
              </p:cNvPr>
              <p:cNvPicPr/>
              <p:nvPr/>
            </p:nvPicPr>
            <p:blipFill>
              <a:blip r:embed="rId9"/>
              <a:stretch>
                <a:fillRect/>
              </a:stretch>
            </p:blipFill>
            <p:spPr>
              <a:xfrm>
                <a:off x="10174091" y="2027536"/>
                <a:ext cx="518040" cy="18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9" name="Ink 8">
                <a:extLst>
                  <a:ext uri="{FF2B5EF4-FFF2-40B4-BE49-F238E27FC236}">
                    <a16:creationId xmlns:a16="http://schemas.microsoft.com/office/drawing/2014/main" id="{26C01909-5D94-5E49-01D1-A5C3B1A3D74D}"/>
                  </a:ext>
                </a:extLst>
              </p14:cNvPr>
              <p14:cNvContentPartPr/>
              <p14:nvPr/>
            </p14:nvContentPartPr>
            <p14:xfrm>
              <a:off x="685931" y="2245696"/>
              <a:ext cx="2910240" cy="186480"/>
            </p14:xfrm>
          </p:contentPart>
        </mc:Choice>
        <mc:Fallback>
          <p:pic>
            <p:nvPicPr>
              <p:cNvPr id="9" name="Ink 8">
                <a:extLst>
                  <a:ext uri="{FF2B5EF4-FFF2-40B4-BE49-F238E27FC236}">
                    <a16:creationId xmlns:a16="http://schemas.microsoft.com/office/drawing/2014/main" id="{26C01909-5D94-5E49-01D1-A5C3B1A3D74D}"/>
                  </a:ext>
                </a:extLst>
              </p:cNvPr>
              <p:cNvPicPr/>
              <p:nvPr/>
            </p:nvPicPr>
            <p:blipFill>
              <a:blip r:embed="rId11"/>
              <a:stretch>
                <a:fillRect/>
              </a:stretch>
            </p:blipFill>
            <p:spPr>
              <a:xfrm>
                <a:off x="676931" y="2237056"/>
                <a:ext cx="2927880" cy="2041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2">
            <p14:nvContentPartPr>
              <p14:cNvPr id="11" name="Ink 10">
                <a:extLst>
                  <a:ext uri="{FF2B5EF4-FFF2-40B4-BE49-F238E27FC236}">
                    <a16:creationId xmlns:a16="http://schemas.microsoft.com/office/drawing/2014/main" id="{170012E2-A5AC-B626-00C0-228DAC28A999}"/>
                  </a:ext>
                </a:extLst>
              </p14:cNvPr>
              <p14:cNvContentPartPr/>
              <p14:nvPr/>
            </p14:nvContentPartPr>
            <p14:xfrm>
              <a:off x="882851" y="4457536"/>
              <a:ext cx="10630440" cy="720"/>
            </p14:xfrm>
          </p:contentPart>
        </mc:Choice>
        <mc:Fallback>
          <p:pic>
            <p:nvPicPr>
              <p:cNvPr id="11" name="Ink 10">
                <a:extLst>
                  <a:ext uri="{FF2B5EF4-FFF2-40B4-BE49-F238E27FC236}">
                    <a16:creationId xmlns:a16="http://schemas.microsoft.com/office/drawing/2014/main" id="{170012E2-A5AC-B626-00C0-228DAC28A999}"/>
                  </a:ext>
                </a:extLst>
              </p:cNvPr>
              <p:cNvPicPr/>
              <p:nvPr/>
            </p:nvPicPr>
            <p:blipFill>
              <a:blip r:embed="rId13"/>
              <a:stretch>
                <a:fillRect/>
              </a:stretch>
            </p:blipFill>
            <p:spPr>
              <a:xfrm>
                <a:off x="874211" y="4439536"/>
                <a:ext cx="10648080" cy="36000"/>
              </a:xfrm>
              <a:prstGeom prst="rect">
                <a:avLst/>
              </a:prstGeom>
            </p:spPr>
          </p:pic>
        </mc:Fallback>
      </mc:AlternateContent>
    </p:spTree>
    <p:extLst>
      <p:ext uri="{BB962C8B-B14F-4D97-AF65-F5344CB8AC3E}">
        <p14:creationId xmlns:p14="http://schemas.microsoft.com/office/powerpoint/2010/main" val="12127307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GB" altLang="en-US" dirty="0"/>
              <a:t>Data Responsibilities</a:t>
            </a:r>
            <a:endParaRPr lang="en-US" dirty="0"/>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a:xfrm>
            <a:off x="476842" y="1354684"/>
            <a:ext cx="11241915" cy="4351338"/>
          </a:xfrm>
        </p:spPr>
        <p:txBody>
          <a:bodyPr/>
          <a:lstStyle/>
          <a:p>
            <a:r>
              <a:rPr lang="en-US" b="1" dirty="0"/>
              <a:t>Data owners: </a:t>
            </a:r>
            <a:r>
              <a:rPr lang="en-US" dirty="0"/>
              <a:t>senior management responsible for the security and use of a particular set of information. </a:t>
            </a:r>
            <a:r>
              <a:rPr lang="en-US" altLang="en-US" dirty="0">
                <a:latin typeface="AdvOTbc475f09"/>
              </a:rPr>
              <a:t>The data owners work with subordinate managers to oversee the </a:t>
            </a:r>
            <a:r>
              <a:rPr lang="en-US" altLang="en-US" dirty="0"/>
              <a:t>day-to-day</a:t>
            </a:r>
            <a:r>
              <a:rPr lang="en-US" altLang="en-US" dirty="0">
                <a:latin typeface="AdvOTbc475f09"/>
              </a:rPr>
              <a:t> administration of the data.</a:t>
            </a:r>
            <a:endParaRPr lang="en-US" dirty="0"/>
          </a:p>
          <a:p>
            <a:r>
              <a:rPr lang="en-US" b="1" dirty="0"/>
              <a:t>Data custodian: </a:t>
            </a:r>
            <a:r>
              <a:rPr lang="en-US" dirty="0"/>
              <a:t>guardian</a:t>
            </a:r>
            <a:r>
              <a:rPr lang="en-US" b="1" dirty="0"/>
              <a:t> </a:t>
            </a:r>
            <a:r>
              <a:rPr lang="en-US" dirty="0"/>
              <a:t>responsible for information and systems that process, transmit, and store it. </a:t>
            </a:r>
            <a:r>
              <a:rPr lang="en-US" altLang="en-US" dirty="0">
                <a:latin typeface="AdvOTbc475f09"/>
              </a:rPr>
              <a:t>Depending on the size of the organization, this may be a dedicated position, such as the CISO, or it may be an additional responsibility of a systems administrator or other technology manager. The duties of a data custodian often include </a:t>
            </a:r>
            <a:r>
              <a:rPr lang="en-US" altLang="en-US" b="1" dirty="0">
                <a:latin typeface="AdvOTbc475f09"/>
              </a:rPr>
              <a:t>overseeing data storage and backups, implementing the specific procedures and policies </a:t>
            </a:r>
            <a:r>
              <a:rPr lang="en-US" altLang="en-US" dirty="0">
                <a:latin typeface="AdvOTbc475f09"/>
              </a:rPr>
              <a:t>laid out in the security policies and plans, and reporting to the data owner.</a:t>
            </a:r>
          </a:p>
          <a:p>
            <a:endParaRPr lang="en-US" dirty="0"/>
          </a:p>
        </p:txBody>
      </p:sp>
      <mc:AlternateContent xmlns:mc="http://schemas.openxmlformats.org/markup-compatibility/2006">
        <mc:Choice xmlns:p14="http://schemas.microsoft.com/office/powerpoint/2010/main" xmlns:aink="http://schemas.microsoft.com/office/drawing/2016/ink" Requires="p14 aink">
          <p:contentPart p14:bwMode="auto" r:id="rId4">
            <p14:nvContentPartPr>
              <p14:cNvPr id="3" name="Ink 2">
                <a:extLst>
                  <a:ext uri="{FF2B5EF4-FFF2-40B4-BE49-F238E27FC236}">
                    <a16:creationId xmlns:a16="http://schemas.microsoft.com/office/drawing/2014/main" id="{2CBB1C74-2BDA-254E-8973-A519C88DD631}"/>
                  </a:ext>
                </a:extLst>
              </p14:cNvPr>
              <p14:cNvContentPartPr/>
              <p14:nvPr/>
            </p14:nvContentPartPr>
            <p14:xfrm>
              <a:off x="2815691" y="1735216"/>
              <a:ext cx="7980840" cy="720"/>
            </p14:xfrm>
          </p:contentPart>
        </mc:Choice>
        <mc:Fallback>
          <p:pic>
            <p:nvPicPr>
              <p:cNvPr id="3" name="Ink 2">
                <a:extLst>
                  <a:ext uri="{FF2B5EF4-FFF2-40B4-BE49-F238E27FC236}">
                    <a16:creationId xmlns:a16="http://schemas.microsoft.com/office/drawing/2014/main" id="{2CBB1C74-2BDA-254E-8973-A519C88DD631}"/>
                  </a:ext>
                </a:extLst>
              </p:cNvPr>
              <p:cNvPicPr/>
              <p:nvPr/>
            </p:nvPicPr>
            <p:blipFill>
              <a:blip r:embed="rId5"/>
              <a:stretch>
                <a:fillRect/>
              </a:stretch>
            </p:blipFill>
            <p:spPr>
              <a:xfrm>
                <a:off x="2807051" y="1717216"/>
                <a:ext cx="799848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9" name="Ink 8">
                <a:extLst>
                  <a:ext uri="{FF2B5EF4-FFF2-40B4-BE49-F238E27FC236}">
                    <a16:creationId xmlns:a16="http://schemas.microsoft.com/office/drawing/2014/main" id="{27DBFD6E-8F8C-ADCE-84C1-F829DFF30BEB}"/>
                  </a:ext>
                </a:extLst>
              </p14:cNvPr>
              <p14:cNvContentPartPr/>
              <p14:nvPr/>
            </p14:nvContentPartPr>
            <p14:xfrm>
              <a:off x="2534891" y="4529896"/>
              <a:ext cx="8115840" cy="720"/>
            </p14:xfrm>
          </p:contentPart>
        </mc:Choice>
        <mc:Fallback>
          <p:pic>
            <p:nvPicPr>
              <p:cNvPr id="9" name="Ink 8">
                <a:extLst>
                  <a:ext uri="{FF2B5EF4-FFF2-40B4-BE49-F238E27FC236}">
                    <a16:creationId xmlns:a16="http://schemas.microsoft.com/office/drawing/2014/main" id="{27DBFD6E-8F8C-ADCE-84C1-F829DFF30BEB}"/>
                  </a:ext>
                </a:extLst>
              </p:cNvPr>
              <p:cNvPicPr/>
              <p:nvPr/>
            </p:nvPicPr>
            <p:blipFill>
              <a:blip r:embed="rId7"/>
              <a:stretch>
                <a:fillRect/>
              </a:stretch>
            </p:blipFill>
            <p:spPr>
              <a:xfrm>
                <a:off x="2526251" y="4511896"/>
                <a:ext cx="813348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10" name="Ink 9">
                <a:extLst>
                  <a:ext uri="{FF2B5EF4-FFF2-40B4-BE49-F238E27FC236}">
                    <a16:creationId xmlns:a16="http://schemas.microsoft.com/office/drawing/2014/main" id="{5384CC92-0E9D-9D37-4AEA-CC6D8A5048FF}"/>
                  </a:ext>
                </a:extLst>
              </p14:cNvPr>
              <p14:cNvContentPartPr/>
              <p14:nvPr/>
            </p14:nvContentPartPr>
            <p14:xfrm>
              <a:off x="935411" y="4897816"/>
              <a:ext cx="2834280" cy="58680"/>
            </p14:xfrm>
          </p:contentPart>
        </mc:Choice>
        <mc:Fallback>
          <p:pic>
            <p:nvPicPr>
              <p:cNvPr id="10" name="Ink 9">
                <a:extLst>
                  <a:ext uri="{FF2B5EF4-FFF2-40B4-BE49-F238E27FC236}">
                    <a16:creationId xmlns:a16="http://schemas.microsoft.com/office/drawing/2014/main" id="{5384CC92-0E9D-9D37-4AEA-CC6D8A5048FF}"/>
                  </a:ext>
                </a:extLst>
              </p:cNvPr>
              <p:cNvPicPr/>
              <p:nvPr/>
            </p:nvPicPr>
            <p:blipFill>
              <a:blip r:embed="rId9"/>
              <a:stretch>
                <a:fillRect/>
              </a:stretch>
            </p:blipFill>
            <p:spPr>
              <a:xfrm>
                <a:off x="926411" y="4889176"/>
                <a:ext cx="2851920" cy="763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11" name="Ink 10">
                <a:extLst>
                  <a:ext uri="{FF2B5EF4-FFF2-40B4-BE49-F238E27FC236}">
                    <a16:creationId xmlns:a16="http://schemas.microsoft.com/office/drawing/2014/main" id="{FC729CD2-2966-14B7-F346-C391B8F6A92C}"/>
                  </a:ext>
                </a:extLst>
              </p14:cNvPr>
              <p14:cNvContentPartPr/>
              <p14:nvPr/>
            </p14:nvContentPartPr>
            <p14:xfrm>
              <a:off x="5163251" y="3407416"/>
              <a:ext cx="834120" cy="488880"/>
            </p14:xfrm>
          </p:contentPart>
        </mc:Choice>
        <mc:Fallback>
          <p:pic>
            <p:nvPicPr>
              <p:cNvPr id="11" name="Ink 10">
                <a:extLst>
                  <a:ext uri="{FF2B5EF4-FFF2-40B4-BE49-F238E27FC236}">
                    <a16:creationId xmlns:a16="http://schemas.microsoft.com/office/drawing/2014/main" id="{FC729CD2-2966-14B7-F346-C391B8F6A92C}"/>
                  </a:ext>
                </a:extLst>
              </p:cNvPr>
              <p:cNvPicPr/>
              <p:nvPr/>
            </p:nvPicPr>
            <p:blipFill>
              <a:blip r:embed="rId11"/>
              <a:stretch>
                <a:fillRect/>
              </a:stretch>
            </p:blipFill>
            <p:spPr>
              <a:xfrm>
                <a:off x="5154251" y="3398416"/>
                <a:ext cx="851760" cy="506520"/>
              </a:xfrm>
              <a:prstGeom prst="rect">
                <a:avLst/>
              </a:prstGeom>
            </p:spPr>
          </p:pic>
        </mc:Fallback>
      </mc:AlternateContent>
    </p:spTree>
    <p:custDataLst>
      <p:tags r:id="rId1"/>
    </p:custDataLst>
    <p:extLst>
      <p:ext uri="{BB962C8B-B14F-4D97-AF65-F5344CB8AC3E}">
        <p14:creationId xmlns:p14="http://schemas.microsoft.com/office/powerpoint/2010/main" val="11333738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Data Responsibilities</a:t>
            </a:r>
            <a:endParaRPr lang="en-US" dirty="0"/>
          </a:p>
        </p:txBody>
      </p:sp>
      <p:sp>
        <p:nvSpPr>
          <p:cNvPr id="3" name="Content Placeholder 2"/>
          <p:cNvSpPr>
            <a:spLocks noGrp="1"/>
          </p:cNvSpPr>
          <p:nvPr>
            <p:ph idx="1"/>
          </p:nvPr>
        </p:nvSpPr>
        <p:spPr/>
        <p:txBody>
          <a:bodyPr/>
          <a:lstStyle/>
          <a:p>
            <a:r>
              <a:rPr lang="en-US" b="1" dirty="0"/>
              <a:t>Data trustees: </a:t>
            </a:r>
            <a:r>
              <a:rPr lang="en-US" dirty="0"/>
              <a:t>appointed by data owners to </a:t>
            </a:r>
            <a:r>
              <a:rPr lang="en-US" b="1" dirty="0"/>
              <a:t>oversee the management of a particular set of information </a:t>
            </a:r>
            <a:r>
              <a:rPr lang="en-US" dirty="0"/>
              <a:t>and to coordinate with data custodians for its storage, protection, and use</a:t>
            </a:r>
          </a:p>
          <a:p>
            <a:r>
              <a:rPr lang="en-US" b="1" dirty="0"/>
              <a:t>Data users: </a:t>
            </a:r>
            <a:r>
              <a:rPr lang="en-US" dirty="0"/>
              <a:t>have access to information and thus an information security role</a:t>
            </a:r>
          </a:p>
          <a:p>
            <a:endParaRPr lang="en-US" dirty="0"/>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5" name="Ink 4">
                <a:extLst>
                  <a:ext uri="{FF2B5EF4-FFF2-40B4-BE49-F238E27FC236}">
                    <a16:creationId xmlns:a16="http://schemas.microsoft.com/office/drawing/2014/main" id="{8C66D35B-32DD-5CC7-94D4-F9D61BFC8F22}"/>
                  </a:ext>
                </a:extLst>
              </p14:cNvPr>
              <p14:cNvContentPartPr/>
              <p14:nvPr/>
            </p14:nvContentPartPr>
            <p14:xfrm>
              <a:off x="6857771" y="2202856"/>
              <a:ext cx="4135680" cy="83160"/>
            </p14:xfrm>
          </p:contentPart>
        </mc:Choice>
        <mc:Fallback>
          <p:pic>
            <p:nvPicPr>
              <p:cNvPr id="5" name="Ink 4">
                <a:extLst>
                  <a:ext uri="{FF2B5EF4-FFF2-40B4-BE49-F238E27FC236}">
                    <a16:creationId xmlns:a16="http://schemas.microsoft.com/office/drawing/2014/main" id="{8C66D35B-32DD-5CC7-94D4-F9D61BFC8F22}"/>
                  </a:ext>
                </a:extLst>
              </p:cNvPr>
              <p:cNvPicPr/>
              <p:nvPr/>
            </p:nvPicPr>
            <p:blipFill>
              <a:blip r:embed="rId3"/>
              <a:stretch>
                <a:fillRect/>
              </a:stretch>
            </p:blipFill>
            <p:spPr>
              <a:xfrm>
                <a:off x="6849131" y="2193856"/>
                <a:ext cx="4153320" cy="1008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4">
            <p14:nvContentPartPr>
              <p14:cNvPr id="6" name="Ink 5">
                <a:extLst>
                  <a:ext uri="{FF2B5EF4-FFF2-40B4-BE49-F238E27FC236}">
                    <a16:creationId xmlns:a16="http://schemas.microsoft.com/office/drawing/2014/main" id="{FF4429E9-1A9B-2C3A-81CF-5C970DC92838}"/>
                  </a:ext>
                </a:extLst>
              </p14:cNvPr>
              <p14:cNvContentPartPr/>
              <p14:nvPr/>
            </p14:nvContentPartPr>
            <p14:xfrm>
              <a:off x="914171" y="2658976"/>
              <a:ext cx="3781800" cy="95400"/>
            </p14:xfrm>
          </p:contentPart>
        </mc:Choice>
        <mc:Fallback>
          <p:pic>
            <p:nvPicPr>
              <p:cNvPr id="6" name="Ink 5">
                <a:extLst>
                  <a:ext uri="{FF2B5EF4-FFF2-40B4-BE49-F238E27FC236}">
                    <a16:creationId xmlns:a16="http://schemas.microsoft.com/office/drawing/2014/main" id="{FF4429E9-1A9B-2C3A-81CF-5C970DC92838}"/>
                  </a:ext>
                </a:extLst>
              </p:cNvPr>
              <p:cNvPicPr/>
              <p:nvPr/>
            </p:nvPicPr>
            <p:blipFill>
              <a:blip r:embed="rId5"/>
              <a:stretch>
                <a:fillRect/>
              </a:stretch>
            </p:blipFill>
            <p:spPr>
              <a:xfrm>
                <a:off x="905171" y="2650336"/>
                <a:ext cx="3799440" cy="1130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7" name="Ink 6">
                <a:extLst>
                  <a:ext uri="{FF2B5EF4-FFF2-40B4-BE49-F238E27FC236}">
                    <a16:creationId xmlns:a16="http://schemas.microsoft.com/office/drawing/2014/main" id="{8EC8DCE2-F1BC-35F9-C4DD-037B5D053A09}"/>
                  </a:ext>
                </a:extLst>
              </p14:cNvPr>
              <p14:cNvContentPartPr/>
              <p14:nvPr/>
            </p14:nvContentPartPr>
            <p14:xfrm>
              <a:off x="2555051" y="2929336"/>
              <a:ext cx="8883720" cy="1009440"/>
            </p14:xfrm>
          </p:contentPart>
        </mc:Choice>
        <mc:Fallback>
          <p:pic>
            <p:nvPicPr>
              <p:cNvPr id="7" name="Ink 6">
                <a:extLst>
                  <a:ext uri="{FF2B5EF4-FFF2-40B4-BE49-F238E27FC236}">
                    <a16:creationId xmlns:a16="http://schemas.microsoft.com/office/drawing/2014/main" id="{8EC8DCE2-F1BC-35F9-C4DD-037B5D053A09}"/>
                  </a:ext>
                </a:extLst>
              </p:cNvPr>
              <p:cNvPicPr/>
              <p:nvPr/>
            </p:nvPicPr>
            <p:blipFill>
              <a:blip r:embed="rId7"/>
              <a:stretch>
                <a:fillRect/>
              </a:stretch>
            </p:blipFill>
            <p:spPr>
              <a:xfrm>
                <a:off x="2546051" y="2920336"/>
                <a:ext cx="8901360" cy="10270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8" name="Ink 7">
                <a:extLst>
                  <a:ext uri="{FF2B5EF4-FFF2-40B4-BE49-F238E27FC236}">
                    <a16:creationId xmlns:a16="http://schemas.microsoft.com/office/drawing/2014/main" id="{10272507-499E-275C-76C6-085F84AF930C}"/>
                  </a:ext>
                </a:extLst>
              </p14:cNvPr>
              <p14:cNvContentPartPr/>
              <p14:nvPr/>
            </p14:nvContentPartPr>
            <p14:xfrm>
              <a:off x="12458291" y="5766856"/>
              <a:ext cx="360" cy="360"/>
            </p14:xfrm>
          </p:contentPart>
        </mc:Choice>
        <mc:Fallback>
          <p:pic>
            <p:nvPicPr>
              <p:cNvPr id="8" name="Ink 7">
                <a:extLst>
                  <a:ext uri="{FF2B5EF4-FFF2-40B4-BE49-F238E27FC236}">
                    <a16:creationId xmlns:a16="http://schemas.microsoft.com/office/drawing/2014/main" id="{10272507-499E-275C-76C6-085F84AF930C}"/>
                  </a:ext>
                </a:extLst>
              </p:cNvPr>
              <p:cNvPicPr/>
              <p:nvPr/>
            </p:nvPicPr>
            <p:blipFill>
              <a:blip r:embed="rId9"/>
              <a:stretch>
                <a:fillRect/>
              </a:stretch>
            </p:blipFill>
            <p:spPr>
              <a:xfrm>
                <a:off x="12449651" y="5757856"/>
                <a:ext cx="18000" cy="18000"/>
              </a:xfrm>
              <a:prstGeom prst="rect">
                <a:avLst/>
              </a:prstGeom>
            </p:spPr>
          </p:pic>
        </mc:Fallback>
      </mc:AlternateContent>
    </p:spTree>
    <p:extLst>
      <p:ext uri="{BB962C8B-B14F-4D97-AF65-F5344CB8AC3E}">
        <p14:creationId xmlns:p14="http://schemas.microsoft.com/office/powerpoint/2010/main" val="37070509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GB" altLang="en-US" dirty="0"/>
              <a:t>Knowledge Check Activity 3</a:t>
            </a:r>
            <a:endParaRPr lang="en-US" dirty="0"/>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pPr marL="0" indent="0">
              <a:buNone/>
            </a:pPr>
            <a:r>
              <a:rPr lang="en-US" dirty="0"/>
              <a:t>Which group in the organization is </a:t>
            </a:r>
            <a:r>
              <a:rPr lang="en-US" b="1" dirty="0"/>
              <a:t>appointed by data owners </a:t>
            </a:r>
            <a:r>
              <a:rPr lang="en-US" dirty="0"/>
              <a:t>to oversee the management of a particular set of information and to </a:t>
            </a:r>
            <a:r>
              <a:rPr lang="en-US" b="1" dirty="0"/>
              <a:t>coordinate with data custodians for its storage, protection, and use?</a:t>
            </a:r>
          </a:p>
          <a:p>
            <a:pPr marL="457200" indent="-457200">
              <a:buFont typeface="+mj-lt"/>
              <a:buAutoNum type="alphaLcPeriod"/>
            </a:pPr>
            <a:r>
              <a:rPr lang="en-US" dirty="0"/>
              <a:t>Data owners</a:t>
            </a:r>
          </a:p>
          <a:p>
            <a:pPr marL="457200" indent="-457200">
              <a:buFont typeface="+mj-lt"/>
              <a:buAutoNum type="alphaLcPeriod"/>
            </a:pPr>
            <a:r>
              <a:rPr lang="en-US" dirty="0"/>
              <a:t>Data custodian</a:t>
            </a:r>
          </a:p>
          <a:p>
            <a:pPr marL="457200" indent="-457200">
              <a:buFont typeface="+mj-lt"/>
              <a:buAutoNum type="alphaLcPeriod"/>
            </a:pPr>
            <a:r>
              <a:rPr lang="en-US" dirty="0"/>
              <a:t>Data trustee</a:t>
            </a:r>
          </a:p>
          <a:p>
            <a:pPr marL="457200" indent="-457200">
              <a:buFont typeface="+mj-lt"/>
              <a:buAutoNum type="alphaLcPeriod"/>
            </a:pPr>
            <a:r>
              <a:rPr lang="en-US" dirty="0"/>
              <a:t>Data user</a:t>
            </a:r>
          </a:p>
        </p:txBody>
      </p:sp>
    </p:spTree>
    <p:custDataLst>
      <p:tags r:id="rId1"/>
    </p:custDataLst>
    <p:extLst>
      <p:ext uri="{BB962C8B-B14F-4D97-AF65-F5344CB8AC3E}">
        <p14:creationId xmlns:p14="http://schemas.microsoft.com/office/powerpoint/2010/main" val="25958223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altLang="en-US" dirty="0"/>
              <a:t>Knowledge Check Activity 3: Answer</a:t>
            </a:r>
            <a:endParaRPr lang="en-US" dirty="0"/>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pPr marL="0" indent="0">
              <a:spcBef>
                <a:spcPts val="800"/>
              </a:spcBef>
              <a:buNone/>
            </a:pPr>
            <a:r>
              <a:rPr lang="en-US" dirty="0"/>
              <a:t>Which group in the organization is appointed by data owners to oversee the management of a particular set of information and to coordinate with data custodians for its storage, protection, and use?</a:t>
            </a:r>
          </a:p>
          <a:p>
            <a:pPr marL="0" indent="0">
              <a:spcBef>
                <a:spcPts val="800"/>
              </a:spcBef>
              <a:buNone/>
            </a:pPr>
            <a:endParaRPr lang="en-US" dirty="0"/>
          </a:p>
          <a:p>
            <a:pPr marL="0" indent="0">
              <a:spcBef>
                <a:spcPts val="800"/>
              </a:spcBef>
              <a:buNone/>
            </a:pPr>
            <a:r>
              <a:rPr lang="en-US" b="1" dirty="0"/>
              <a:t>Answer: C. Data trustee</a:t>
            </a:r>
            <a:endParaRPr lang="en-US" dirty="0"/>
          </a:p>
          <a:p>
            <a:pPr marL="0" indent="0">
              <a:spcBef>
                <a:spcPts val="800"/>
              </a:spcBef>
              <a:buNone/>
            </a:pPr>
            <a:r>
              <a:rPr lang="en-US" dirty="0"/>
              <a:t>Only this selection is correct since data owners would not appoint themselves, data custodians are responsible for the infrastructure that supports information processing in general, and data users do not have the responsibilities listed.</a:t>
            </a:r>
          </a:p>
        </p:txBody>
      </p:sp>
    </p:spTree>
    <p:custDataLst>
      <p:tags r:id="rId1"/>
    </p:custDataLst>
    <p:extLst>
      <p:ext uri="{BB962C8B-B14F-4D97-AF65-F5344CB8AC3E}">
        <p14:creationId xmlns:p14="http://schemas.microsoft.com/office/powerpoint/2010/main" val="30183989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altLang="en-US" dirty="0"/>
              <a:t>Communities of Interest</a:t>
            </a:r>
            <a:endParaRPr lang="en-US" dirty="0"/>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pPr>
              <a:spcBef>
                <a:spcPts val="800"/>
              </a:spcBef>
            </a:pPr>
            <a:r>
              <a:rPr lang="en-US" dirty="0"/>
              <a:t>Group of individuals united by similar interests/values within an organization</a:t>
            </a:r>
          </a:p>
          <a:p>
            <a:pPr lvl="1">
              <a:spcBef>
                <a:spcPts val="800"/>
              </a:spcBef>
            </a:pPr>
            <a:r>
              <a:rPr lang="en-US" dirty="0"/>
              <a:t>Information security management and professionals</a:t>
            </a:r>
          </a:p>
          <a:p>
            <a:pPr lvl="1">
              <a:spcBef>
                <a:spcPts val="800"/>
              </a:spcBef>
            </a:pPr>
            <a:r>
              <a:rPr lang="en-US" dirty="0"/>
              <a:t>Information technology management and professionals</a:t>
            </a:r>
          </a:p>
          <a:p>
            <a:pPr lvl="1">
              <a:spcBef>
                <a:spcPts val="800"/>
              </a:spcBef>
            </a:pPr>
            <a:r>
              <a:rPr lang="en-US" dirty="0"/>
              <a:t>Organizational management and professionals</a:t>
            </a:r>
          </a:p>
        </p:txBody>
      </p:sp>
    </p:spTree>
    <p:custDataLst>
      <p:tags r:id="rId1"/>
    </p:custDataLst>
    <p:extLst>
      <p:ext uri="{BB962C8B-B14F-4D97-AF65-F5344CB8AC3E}">
        <p14:creationId xmlns:p14="http://schemas.microsoft.com/office/powerpoint/2010/main" val="3879171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altLang="en-US" dirty="0"/>
              <a:t>Information Security: Is It an Art or a Science?</a:t>
            </a:r>
            <a:endParaRPr lang="en-US" dirty="0"/>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pPr>
              <a:spcBef>
                <a:spcPts val="800"/>
              </a:spcBef>
            </a:pPr>
            <a:r>
              <a:rPr lang="en-US" dirty="0"/>
              <a:t>Implementation of information security is often described as a combination of art and science.</a:t>
            </a:r>
          </a:p>
          <a:p>
            <a:pPr>
              <a:spcBef>
                <a:spcPts val="800"/>
              </a:spcBef>
            </a:pPr>
            <a:r>
              <a:rPr lang="en-US" dirty="0"/>
              <a:t>“Security artisan” idea: based on the way individuals perceive system technologists and their abilities</a:t>
            </a:r>
          </a:p>
          <a:p>
            <a:pPr>
              <a:spcBef>
                <a:spcPts val="800"/>
              </a:spcBef>
            </a:pPr>
            <a:r>
              <a:rPr lang="en-US" b="1" dirty="0"/>
              <a:t>Security as art</a:t>
            </a:r>
            <a:r>
              <a:rPr lang="en-US" dirty="0"/>
              <a:t>: no hard and fast rules nor many universally accepted complete solutions; no manual for implementing security through entire system</a:t>
            </a:r>
          </a:p>
          <a:p>
            <a:pPr>
              <a:spcBef>
                <a:spcPts val="800"/>
              </a:spcBef>
            </a:pPr>
            <a:r>
              <a:rPr lang="en-US" b="1" dirty="0"/>
              <a:t>Security as science: technology</a:t>
            </a:r>
            <a:r>
              <a:rPr lang="en-US" dirty="0"/>
              <a:t> is developed by scientists and engineers; specific conditions cause virtually all actions in computer systems; almost every security issue is a result of the interaction of specific hardware and software; with sufficient time, developers could resolve all faults.</a:t>
            </a:r>
          </a:p>
        </p:txBody>
      </p:sp>
    </p:spTree>
    <p:custDataLst>
      <p:tags r:id="rId1"/>
    </p:custDataLst>
    <p:extLst>
      <p:ext uri="{BB962C8B-B14F-4D97-AF65-F5344CB8AC3E}">
        <p14:creationId xmlns:p14="http://schemas.microsoft.com/office/powerpoint/2010/main" val="6751112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altLang="en-US" dirty="0"/>
              <a:t>Security as a Social Science</a:t>
            </a:r>
            <a:endParaRPr lang="en-US" dirty="0"/>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pPr>
              <a:spcBef>
                <a:spcPts val="800"/>
              </a:spcBef>
            </a:pPr>
            <a:r>
              <a:rPr lang="en-US" dirty="0"/>
              <a:t>Social science examines the </a:t>
            </a:r>
            <a:r>
              <a:rPr lang="en-US" b="1" dirty="0"/>
              <a:t>behavior of individuals </a:t>
            </a:r>
            <a:r>
              <a:rPr lang="en-US" dirty="0"/>
              <a:t>interacting with systems.</a:t>
            </a:r>
          </a:p>
          <a:p>
            <a:pPr>
              <a:spcBef>
                <a:spcPts val="800"/>
              </a:spcBef>
            </a:pPr>
            <a:r>
              <a:rPr lang="en-US" dirty="0"/>
              <a:t>Security begins and ends with the people that interact with the system, intentionally or otherwise.</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End users that need the very information the security personnel are trying to protect may be the weakest link in the security chain.</a:t>
            </a:r>
          </a:p>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a:cs typeface="Lucida Sans Unicode" panose="020B0602030504020204" pitchFamily="34" charset="0"/>
              </a:rPr>
              <a:t>By understanding some of the </a:t>
            </a:r>
            <a:r>
              <a:rPr lang="en-GB" altLang="en-US" dirty="0" err="1">
                <a:cs typeface="Lucida Sans Unicode" panose="020B0602030504020204" pitchFamily="34" charset="0"/>
              </a:rPr>
              <a:t>behavioral</a:t>
            </a:r>
            <a:r>
              <a:rPr lang="en-GB" altLang="en-US" dirty="0">
                <a:cs typeface="Lucida Sans Unicode" panose="020B0602030504020204" pitchFamily="34" charset="0"/>
              </a:rPr>
              <a:t> aspects of organizational science and change management, security administrators can greatly reduce the levels of risk caused by end users and create more acceptable and supportable security profiles.</a:t>
            </a:r>
          </a:p>
          <a:p>
            <a:pPr>
              <a:spcBef>
                <a:spcPts val="800"/>
              </a:spcBef>
            </a:pPr>
            <a:endParaRPr lang="en-US" dirty="0"/>
          </a:p>
        </p:txBody>
      </p:sp>
    </p:spTree>
    <p:custDataLst>
      <p:tags r:id="rId1"/>
    </p:custDataLst>
    <p:extLst>
      <p:ext uri="{BB962C8B-B14F-4D97-AF65-F5344CB8AC3E}">
        <p14:creationId xmlns:p14="http://schemas.microsoft.com/office/powerpoint/2010/main" val="39625710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altLang="en-US" dirty="0"/>
              <a:t>Summary (1 of 4)</a:t>
            </a:r>
            <a:endParaRPr lang="en-US" dirty="0"/>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pPr>
              <a:spcBef>
                <a:spcPts val="800"/>
              </a:spcBef>
            </a:pPr>
            <a:r>
              <a:rPr lang="en-US" dirty="0"/>
              <a:t>Information security evolved from the early field of computer security.</a:t>
            </a:r>
          </a:p>
          <a:p>
            <a:pPr>
              <a:spcBef>
                <a:spcPts val="800"/>
              </a:spcBef>
            </a:pPr>
            <a:r>
              <a:rPr lang="en-US" dirty="0"/>
              <a:t>Security is protection from danger. There are many types of security: physical security, personal security, operations security, communications security, national security, and network security, to name a few.</a:t>
            </a:r>
          </a:p>
          <a:p>
            <a:pPr>
              <a:spcBef>
                <a:spcPts val="800"/>
              </a:spcBef>
            </a:pPr>
            <a:r>
              <a:rPr lang="en-US" dirty="0"/>
              <a:t>Information security is the protection of information assets that use, store, or transmit information through the application of policy, education, and technology.</a:t>
            </a:r>
          </a:p>
          <a:p>
            <a:pPr>
              <a:spcBef>
                <a:spcPts val="800"/>
              </a:spcBef>
            </a:pPr>
            <a:r>
              <a:rPr lang="en-US" dirty="0"/>
              <a:t>The critical characteristics of information, including confidentiality, integrity, and availability (the C.I.A. triad), must be protected at all times. This protection is implemented by multiple measures that include policies, education, training and awareness, and technology.</a:t>
            </a:r>
          </a:p>
        </p:txBody>
      </p:sp>
    </p:spTree>
    <p:custDataLst>
      <p:tags r:id="rId1"/>
    </p:custDataLst>
    <p:extLst>
      <p:ext uri="{BB962C8B-B14F-4D97-AF65-F5344CB8AC3E}">
        <p14:creationId xmlns:p14="http://schemas.microsoft.com/office/powerpoint/2010/main" val="21013451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altLang="en-US" dirty="0"/>
              <a:t>Summary (2 of 4)</a:t>
            </a:r>
            <a:endParaRPr lang="en-US" dirty="0"/>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pPr>
              <a:spcBef>
                <a:spcPts val="800"/>
              </a:spcBef>
            </a:pPr>
            <a:r>
              <a:rPr lang="en-US" dirty="0"/>
              <a:t>Information systems are made up of the major components of hardware, software, data, people, procedures, and networks.</a:t>
            </a:r>
          </a:p>
          <a:p>
            <a:pPr>
              <a:spcBef>
                <a:spcPts val="800"/>
              </a:spcBef>
            </a:pPr>
            <a:r>
              <a:rPr lang="en-US" dirty="0"/>
              <a:t>Upper management drives the top-down approach to security implementation, in contrast with the bottom-up approach or grassroots effort, in which individuals choose security implementation strategies.</a:t>
            </a:r>
          </a:p>
        </p:txBody>
      </p:sp>
    </p:spTree>
    <p:custDataLst>
      <p:tags r:id="rId1"/>
    </p:custDataLst>
    <p:extLst>
      <p:ext uri="{BB962C8B-B14F-4D97-AF65-F5344CB8AC3E}">
        <p14:creationId xmlns:p14="http://schemas.microsoft.com/office/powerpoint/2010/main" val="20802672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altLang="en-US" dirty="0"/>
              <a:t>Summary (3 of 4)</a:t>
            </a:r>
            <a:endParaRPr lang="en-US" dirty="0"/>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pPr>
              <a:spcBef>
                <a:spcPts val="600"/>
              </a:spcBef>
              <a:spcAft>
                <a:spcPts val="600"/>
              </a:spcAft>
            </a:pPr>
            <a:r>
              <a:rPr lang="en-US" dirty="0"/>
              <a:t>The control and use of data in the organization is accomplished by the following parties:</a:t>
            </a:r>
          </a:p>
          <a:p>
            <a:pPr lvl="1">
              <a:spcBef>
                <a:spcPts val="400"/>
              </a:spcBef>
              <a:spcAft>
                <a:spcPts val="400"/>
              </a:spcAft>
            </a:pPr>
            <a:r>
              <a:rPr lang="en-US" dirty="0"/>
              <a:t>Data owners, who are responsible for the security and use of a particular set of information</a:t>
            </a:r>
          </a:p>
          <a:p>
            <a:pPr lvl="1">
              <a:spcBef>
                <a:spcPts val="400"/>
              </a:spcBef>
              <a:spcAft>
                <a:spcPts val="400"/>
              </a:spcAft>
            </a:pPr>
            <a:r>
              <a:rPr lang="en-US" dirty="0"/>
              <a:t>Data custodians, who are responsible for the storage, maintenance, and protection of the information</a:t>
            </a:r>
          </a:p>
          <a:p>
            <a:pPr lvl="1">
              <a:spcBef>
                <a:spcPts val="400"/>
              </a:spcBef>
              <a:spcAft>
                <a:spcPts val="400"/>
              </a:spcAft>
            </a:pPr>
            <a:r>
              <a:rPr lang="en-US" dirty="0"/>
              <a:t>Data trustees, who are appointed by data owners to oversee the management of a particular set of information and to coordinate with data custodians for its storage, protection, and use </a:t>
            </a:r>
          </a:p>
          <a:p>
            <a:pPr lvl="1">
              <a:spcBef>
                <a:spcPts val="400"/>
              </a:spcBef>
              <a:spcAft>
                <a:spcPts val="400"/>
              </a:spcAft>
            </a:pPr>
            <a:r>
              <a:rPr lang="en-US" dirty="0"/>
              <a:t>Data users, who work with the information to perform their daily jobs and support the mission of the organization</a:t>
            </a:r>
          </a:p>
        </p:txBody>
      </p:sp>
    </p:spTree>
    <p:custDataLst>
      <p:tags r:id="rId1"/>
    </p:custDataLst>
    <p:extLst>
      <p:ext uri="{BB962C8B-B14F-4D97-AF65-F5344CB8AC3E}">
        <p14:creationId xmlns:p14="http://schemas.microsoft.com/office/powerpoint/2010/main" val="36052117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altLang="en-US" dirty="0"/>
              <a:t>Summary (4 of 4)</a:t>
            </a:r>
            <a:endParaRPr lang="en-US" dirty="0"/>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pPr>
              <a:spcBef>
                <a:spcPts val="800"/>
              </a:spcBef>
            </a:pPr>
            <a:r>
              <a:rPr lang="en-US" dirty="0"/>
              <a:t>Each organization has a culture in which communities of interest are united by similar values and share common objectives. The three communities in information security are </a:t>
            </a:r>
            <a:r>
              <a:rPr lang="en-US" b="1" dirty="0"/>
              <a:t>general management, IT management, and information security management.</a:t>
            </a:r>
          </a:p>
          <a:p>
            <a:pPr>
              <a:spcBef>
                <a:spcPts val="800"/>
              </a:spcBef>
            </a:pPr>
            <a:r>
              <a:rPr lang="en-US" dirty="0"/>
              <a:t>Information security has been described as both an </a:t>
            </a:r>
            <a:r>
              <a:rPr lang="en-US" b="1" dirty="0"/>
              <a:t>art</a:t>
            </a:r>
            <a:r>
              <a:rPr lang="en-US" dirty="0"/>
              <a:t> and a </a:t>
            </a:r>
            <a:r>
              <a:rPr lang="en-US" b="1" dirty="0"/>
              <a:t>science</a:t>
            </a:r>
            <a:r>
              <a:rPr lang="en-US" dirty="0"/>
              <a:t>, and it comprises many aspects of </a:t>
            </a:r>
            <a:r>
              <a:rPr lang="en-US" b="1" dirty="0"/>
              <a:t>social science </a:t>
            </a:r>
            <a:r>
              <a:rPr lang="en-US" dirty="0"/>
              <a:t>as well.</a:t>
            </a:r>
          </a:p>
        </p:txBody>
      </p:sp>
    </p:spTree>
    <p:custDataLst>
      <p:tags r:id="rId1"/>
    </p:custDataLst>
    <p:extLst>
      <p:ext uri="{BB962C8B-B14F-4D97-AF65-F5344CB8AC3E}">
        <p14:creationId xmlns:p14="http://schemas.microsoft.com/office/powerpoint/2010/main" val="35962791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EB640D7-0C9E-48B9-8555-49960DBA19BC}"/>
              </a:ext>
            </a:extLst>
          </p:cNvPr>
          <p:cNvSpPr>
            <a:spLocks noGrp="1"/>
          </p:cNvSpPr>
          <p:nvPr>
            <p:ph type="title"/>
          </p:nvPr>
        </p:nvSpPr>
        <p:spPr/>
        <p:txBody>
          <a:bodyPr/>
          <a:lstStyle/>
          <a:p>
            <a:r>
              <a:rPr lang="en-US" altLang="en-US" dirty="0"/>
              <a:t>Self-Assessment</a:t>
            </a:r>
            <a:endParaRPr lang="en-US" dirty="0"/>
          </a:p>
        </p:txBody>
      </p:sp>
      <p:sp>
        <p:nvSpPr>
          <p:cNvPr id="17" name="Content Placeholder 16">
            <a:extLst>
              <a:ext uri="{FF2B5EF4-FFF2-40B4-BE49-F238E27FC236}">
                <a16:creationId xmlns:a16="http://schemas.microsoft.com/office/drawing/2014/main" id="{07596D73-B5CE-494B-9292-DE6847A7D053}"/>
              </a:ext>
            </a:extLst>
          </p:cNvPr>
          <p:cNvSpPr>
            <a:spLocks noGrp="1"/>
          </p:cNvSpPr>
          <p:nvPr>
            <p:ph idx="1"/>
          </p:nvPr>
        </p:nvSpPr>
        <p:spPr/>
        <p:txBody>
          <a:bodyPr/>
          <a:lstStyle/>
          <a:p>
            <a:pPr>
              <a:spcBef>
                <a:spcPts val="800"/>
              </a:spcBef>
            </a:pPr>
            <a:r>
              <a:rPr lang="en-US" dirty="0"/>
              <a:t>What is information security? </a:t>
            </a:r>
          </a:p>
          <a:p>
            <a:pPr>
              <a:spcBef>
                <a:spcPts val="800"/>
              </a:spcBef>
            </a:pPr>
            <a:r>
              <a:rPr lang="en-US" dirty="0"/>
              <a:t>How has the concept of security for the use of computer systems changed over time? </a:t>
            </a:r>
          </a:p>
          <a:p>
            <a:pPr>
              <a:spcBef>
                <a:spcPts val="800"/>
              </a:spcBef>
            </a:pPr>
            <a:r>
              <a:rPr lang="en-US" dirty="0"/>
              <a:t>Information has many characteristics. What are the most critical of these characteristics that need to be kept secure?</a:t>
            </a:r>
          </a:p>
        </p:txBody>
      </p:sp>
    </p:spTree>
    <p:custDataLst>
      <p:tags r:id="rId1"/>
    </p:custDataLst>
    <p:extLst>
      <p:ext uri="{BB962C8B-B14F-4D97-AF65-F5344CB8AC3E}">
        <p14:creationId xmlns:p14="http://schemas.microsoft.com/office/powerpoint/2010/main" val="20512980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PROJECT_OPEN" val="0"/>
  <p:tag name="ARTICULATE_SLIDE_COUNT" val="3"/>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a:dk1>
        <a:srgbClr val="53565A"/>
      </a:dk1>
      <a:lt1>
        <a:srgbClr val="FFFFFF"/>
      </a:lt1>
      <a:dk2>
        <a:srgbClr val="003865"/>
      </a:dk2>
      <a:lt2>
        <a:srgbClr val="E7E6E6"/>
      </a:lt2>
      <a:accent1>
        <a:srgbClr val="003865"/>
      </a:accent1>
      <a:accent2>
        <a:srgbClr val="0085CA"/>
      </a:accent2>
      <a:accent3>
        <a:srgbClr val="E0004D"/>
      </a:accent3>
      <a:accent4>
        <a:srgbClr val="FC4C02"/>
      </a:accent4>
      <a:accent5>
        <a:srgbClr val="F2A900"/>
      </a:accent5>
      <a:accent6>
        <a:srgbClr val="92278F"/>
      </a:accent6>
      <a:hlink>
        <a:srgbClr val="0563C1"/>
      </a:hlink>
      <a:folHlink>
        <a:srgbClr val="92278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Value>Source document w/owner</Value>
    </AdminNotes>
    <Topic xmlns="c8ecdccd-e3b0-4392-94c4-49d90f16d1d5">Accessibility</Topic>
    <Copy xmlns="c8ecdccd-e3b0-4392-94c4-49d90f16d1d5">true</Copy>
    <MasterLocation_x0028_ifCopy_x003d_Yes_x0029_ xmlns="c8ecdccd-e3b0-4392-94c4-49d90f16d1d5">Learning</MasterLocation_x0028_ifCopy_x003d_Yes_x0029_>
    <Owner xmlns="c8ecdccd-e3b0-4392-94c4-49d90f16d1d5">Learning</Owner>
    <Admin xmlns="c8ecdccd-e3b0-4392-94c4-49d90f16d1d5">
      <UserInfo>
        <DisplayName>Tumelaire, Justin M</DisplayName>
        <AccountId>640</AccountId>
        <AccountType/>
      </UserInfo>
    </Admin>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22" ma:contentTypeDescription="Create a new document." ma:contentTypeScope="" ma:versionID="51b2cae2cc64d5c302781b6f906dc58b">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db8688e05573ae304f5785f48ac3cd3b" ns2:_="" ns3:_="">
    <xsd:import namespace="c8ecdccd-e3b0-4392-94c4-49d90f16d1d5"/>
    <xsd:import namespace="cc1e726a-7c3b-4654-9122-87de3e28a51c"/>
    <xsd:element name="properties">
      <xsd:complexType>
        <xsd:sequence>
          <xsd:element name="documentManagement">
            <xsd:complexType>
              <xsd:all>
                <xsd:element ref="ns2:Topic" minOccurs="0"/>
                <xsd:element ref="ns2:Owner" minOccurs="0"/>
                <xsd:element ref="ns2:Admin" minOccurs="0"/>
                <xsd:element ref="ns2:Copy" minOccurs="0"/>
                <xsd:element ref="ns2:MasterLocation_x0028_ifCopy_x003d_Yes_x0029_" minOccurs="0"/>
                <xsd:element ref="ns2:AdminNotes" minOccurs="0"/>
                <xsd:element ref="ns2:MediaServiceMetadata" minOccurs="0"/>
                <xsd:element ref="ns2:MediaServiceFastMetadata" minOccurs="0"/>
                <xsd:element ref="ns2:MediaServiceAutoTags"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Topic" ma:index="2" nillable="true" ma:displayName="Topic" ma:default="Unassigned" ma:format="Dropdown" ma:internalName="Topic">
      <xsd:complexType>
        <xsd:complexContent>
          <xsd:extension base="dms:MultiChoice">
            <xsd:sequence>
              <xsd:element name="Value" maxOccurs="unbounded" minOccurs="0" nillable="true">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enumeration value="Design"/>
                    <xsd:enumeration value="Inclusivity &amp; Diversity"/>
                  </xsd:restriction>
                </xsd:simpleType>
              </xsd:element>
            </xsd:sequence>
          </xsd:extension>
        </xsd:complexContent>
      </xsd:complexType>
    </xsd:element>
    <xsd:element name="Owner" ma:index="3"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earning"/>
          <xsd:enumeration value="Manufacturing"/>
          <xsd:enumeration value="NGL"/>
          <xsd:enumeration value="Strategic Sourcing"/>
        </xsd:restriction>
      </xsd:simpleType>
    </xsd:element>
    <xsd:element name="Admin" ma:index="4" nillable="true" ma:displayName="Admin" ma:list="UserInfo" ma:SharePointGroup="0" ma:internalName="Admin"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py" ma:index="5"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6"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earning"/>
          <xsd:enumeration value="Strategic Sourcing"/>
          <xsd:enumeration value="VIP Documents"/>
          <xsd:enumeration value="n/a"/>
          <xsd:enumeration value="Creative Studio"/>
        </xsd:restriction>
      </xsd:simpleType>
    </xsd:element>
    <xsd:element name="AdminNotes" ma:index="7" nillable="true" ma:displayName="Admin Notes" ma:format="Dropdown" ma:internalName="AdminNotes">
      <xsd:complexType>
        <xsd:complexContent>
          <xsd:extension base="dms:MultiChoiceFillIn">
            <xsd:sequence>
              <xsd:element name="Value" maxOccurs="unbounded" minOccurs="0" nillable="true">
                <xsd:simpleType>
                  <xsd:union memberTypes="dms:Text">
                    <xsd:simpleType>
                      <xsd:restriction base="dms:Choice">
                        <xsd:enumeration value="See VIP Source Documents"/>
                        <xsd:enumeration value="E2E copy"/>
                        <xsd:enumeration value="Link to VIP copy"/>
                        <xsd:enumeration value="Same as internal version"/>
                        <xsd:enumeration value="Vendor-facing version"/>
                        <xsd:enumeration value="Source document w/owner"/>
                      </xsd:restriction>
                    </xsd:simpleType>
                  </xsd:union>
                </xsd:simpleType>
              </xsd:element>
            </xsd:sequence>
          </xsd:extension>
        </xsd:complexContent>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9BA192-EF86-48DF-982C-2C526A268392}">
  <ds:schemaRefs>
    <ds:schemaRef ds:uri="http://purl.org/dc/dcmitype/"/>
    <ds:schemaRef ds:uri="48fa25a7-52b6-4e1f-81c8-80356bf0725f"/>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 ds:uri="http://schemas.microsoft.com/office/infopath/2007/PartnerControls"/>
    <ds:schemaRef ds:uri="http://purl.org/dc/elements/1.1/"/>
    <ds:schemaRef ds:uri="0f302c04-584d-4df5-8948-8b6dd1f3c1a5"/>
    <ds:schemaRef ds:uri="http://purl.org/dc/terms/"/>
    <ds:schemaRef ds:uri="cc1e726a-7c3b-4654-9122-87de3e28a51c"/>
    <ds:schemaRef ds:uri="c8ecdccd-e3b0-4392-94c4-49d90f16d1d5"/>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1BFBBACC-CF1B-4433-81FA-4584C90E91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1911</TotalTime>
  <Words>6065</Words>
  <Application>Microsoft Office PowerPoint</Application>
  <PresentationFormat>Widescreen</PresentationFormat>
  <Paragraphs>444</Paragraphs>
  <Slides>56</Slides>
  <Notes>44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AdvOT66af078c.B</vt:lpstr>
      <vt:lpstr>AdvOTbc475f09</vt:lpstr>
      <vt:lpstr>Arial</vt:lpstr>
      <vt:lpstr>Calibri</vt:lpstr>
      <vt:lpstr>Courier New</vt:lpstr>
      <vt:lpstr>Lucida Sans Unicode</vt:lpstr>
      <vt:lpstr>Wingdings</vt:lpstr>
      <vt:lpstr>Optimized Template Master</vt:lpstr>
      <vt:lpstr>Module 1</vt:lpstr>
      <vt:lpstr>Module Objectives</vt:lpstr>
      <vt:lpstr>Introduction</vt:lpstr>
      <vt:lpstr>The History of Information Security</vt:lpstr>
      <vt:lpstr>The Enigma</vt:lpstr>
      <vt:lpstr>The 1960s</vt:lpstr>
      <vt:lpstr>Development of the ARPANET</vt:lpstr>
      <vt:lpstr>The 1970s and ’80s (1 of 2)</vt:lpstr>
      <vt:lpstr>The 1970s and ’80s (2 of 2)</vt:lpstr>
      <vt:lpstr>Computer Network Vulnerabilities</vt:lpstr>
      <vt:lpstr>MULTICS</vt:lpstr>
      <vt:lpstr>The 1990s</vt:lpstr>
      <vt:lpstr>2000 to Present</vt:lpstr>
      <vt:lpstr>Key Dates in Information Security (1 of 3)</vt:lpstr>
      <vt:lpstr>Key Dates in Information Security (2 of 3)</vt:lpstr>
      <vt:lpstr>Key Dates in Information Security (3 of 3)</vt:lpstr>
      <vt:lpstr>What Is Security?</vt:lpstr>
      <vt:lpstr>Information Security</vt:lpstr>
      <vt:lpstr>Knowledge Check Activity 1</vt:lpstr>
      <vt:lpstr>Knowledge Check Activity 1: Answer</vt:lpstr>
      <vt:lpstr>Components of Information Security</vt:lpstr>
      <vt:lpstr>The C.I.A. Triad</vt:lpstr>
      <vt:lpstr>Key Information Security Concepts</vt:lpstr>
      <vt:lpstr>Key Concepts</vt:lpstr>
      <vt:lpstr>Key Concepts</vt:lpstr>
      <vt:lpstr>Key Concepts</vt:lpstr>
      <vt:lpstr>Key Concepts in Information Security</vt:lpstr>
      <vt:lpstr>Critical Characteristics of Information</vt:lpstr>
      <vt:lpstr>Critical Characteristics of Information</vt:lpstr>
      <vt:lpstr>Critical Characteristics of Information</vt:lpstr>
      <vt:lpstr>Committee on National Security Systems (CNSS) Security Model</vt:lpstr>
      <vt:lpstr>Components of an Information System</vt:lpstr>
      <vt:lpstr>Balancing Information Security and Access</vt:lpstr>
      <vt:lpstr>Approaches to Information Security Implementation: Bottom-Up Approach</vt:lpstr>
      <vt:lpstr>Approaches to Information Security Implementation: Top-Down Approach</vt:lpstr>
      <vt:lpstr>Approaches to Information Security Implementation</vt:lpstr>
      <vt:lpstr>Security Professionals and the Organization</vt:lpstr>
      <vt:lpstr>Senior Management</vt:lpstr>
      <vt:lpstr>Knowledge Check Activity 2</vt:lpstr>
      <vt:lpstr>Knowledge Check Activity 2: Answer</vt:lpstr>
      <vt:lpstr>The CISO’s Place and Roles</vt:lpstr>
      <vt:lpstr>Information Security Project Team</vt:lpstr>
      <vt:lpstr>Information Security Project Team</vt:lpstr>
      <vt:lpstr>Information Security Project Team</vt:lpstr>
      <vt:lpstr>Data Responsibilities</vt:lpstr>
      <vt:lpstr>Data Responsibilities</vt:lpstr>
      <vt:lpstr>Knowledge Check Activity 3</vt:lpstr>
      <vt:lpstr>Knowledge Check Activity 3: Answer</vt:lpstr>
      <vt:lpstr>Communities of Interest</vt:lpstr>
      <vt:lpstr>Information Security: Is It an Art or a Science?</vt:lpstr>
      <vt:lpstr>Security as a Social Science</vt:lpstr>
      <vt:lpstr>Summary (1 of 4)</vt:lpstr>
      <vt:lpstr>Summary (2 of 4)</vt:lpstr>
      <vt:lpstr>Summary (3 of 4)</vt:lpstr>
      <vt:lpstr>Summary (4 of 4)</vt:lpstr>
      <vt:lpstr>Self-Assessment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Tumelaire, Justin M</dc:creator>
  <cp:lastModifiedBy>Fatma Ayoub Ahmed Abdelaziz</cp:lastModifiedBy>
  <cp:revision>86</cp:revision>
  <cp:lastPrinted>2016-10-03T15:29:39Z</cp:lastPrinted>
  <dcterms:created xsi:type="dcterms:W3CDTF">2021-02-02T17:32:18Z</dcterms:created>
  <dcterms:modified xsi:type="dcterms:W3CDTF">2025-11-07T23:03:16Z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Status">
    <vt:lpwstr>1. In development</vt:lpwstr>
  </property>
</Properties>
</file>